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98" r:id="rId2"/>
    <p:sldId id="297" r:id="rId3"/>
    <p:sldId id="264" r:id="rId4"/>
    <p:sldId id="283" r:id="rId5"/>
    <p:sldId id="284" r:id="rId6"/>
    <p:sldId id="274" r:id="rId7"/>
    <p:sldId id="299" r:id="rId8"/>
    <p:sldId id="275" r:id="rId9"/>
    <p:sldId id="277" r:id="rId10"/>
    <p:sldId id="291" r:id="rId11"/>
    <p:sldId id="302" r:id="rId12"/>
    <p:sldId id="300" r:id="rId13"/>
    <p:sldId id="304" r:id="rId14"/>
    <p:sldId id="303" r:id="rId15"/>
    <p:sldId id="301" r:id="rId16"/>
    <p:sldId id="261" r:id="rId17"/>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DF9B92-955D-429B-BB74-56D530B99CF9}" v="28" dt="2026-09-07T17:21:24.45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1" autoAdjust="0"/>
    <p:restoredTop sz="92435" autoAdjust="0"/>
  </p:normalViewPr>
  <p:slideViewPr>
    <p:cSldViewPr>
      <p:cViewPr varScale="1">
        <p:scale>
          <a:sx n="72" d="100"/>
          <a:sy n="72" d="100"/>
        </p:scale>
        <p:origin x="1085"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 NAVEEN UTTARKAR" userId="6d334f0421714ca9" providerId="LiveId" clId="{ADDAD77A-B39E-40BF-90FF-C6A84D6293A6}"/>
    <pc:docChg chg="undo custSel addSld delSld modSld sldOrd">
      <pc:chgData name="N NAVEEN UTTARKAR" userId="6d334f0421714ca9" providerId="LiveId" clId="{ADDAD77A-B39E-40BF-90FF-C6A84D6293A6}" dt="2026-09-07T17:22:24.539" v="503" actId="1076"/>
      <pc:docMkLst>
        <pc:docMk/>
      </pc:docMkLst>
      <pc:sldChg chg="del">
        <pc:chgData name="N NAVEEN UTTARKAR" userId="6d334f0421714ca9" providerId="LiveId" clId="{ADDAD77A-B39E-40BF-90FF-C6A84D6293A6}" dt="2026-09-07T13:35:54.341" v="3" actId="47"/>
        <pc:sldMkLst>
          <pc:docMk/>
          <pc:sldMk cId="0" sldId="257"/>
        </pc:sldMkLst>
      </pc:sldChg>
      <pc:sldChg chg="modSp mod">
        <pc:chgData name="N NAVEEN UTTARKAR" userId="6d334f0421714ca9" providerId="LiveId" clId="{ADDAD77A-B39E-40BF-90FF-C6A84D6293A6}" dt="2026-09-07T17:18:44.652" v="493" actId="20577"/>
        <pc:sldMkLst>
          <pc:docMk/>
          <pc:sldMk cId="812690253" sldId="261"/>
        </pc:sldMkLst>
        <pc:spChg chg="mod">
          <ac:chgData name="N NAVEEN UTTARKAR" userId="6d334f0421714ca9" providerId="LiveId" clId="{ADDAD77A-B39E-40BF-90FF-C6A84D6293A6}" dt="2026-09-07T17:18:44.652" v="493" actId="20577"/>
          <ac:spMkLst>
            <pc:docMk/>
            <pc:sldMk cId="812690253" sldId="261"/>
            <ac:spMk id="3" creationId="{00000000-0000-0000-0000-000000000000}"/>
          </ac:spMkLst>
        </pc:spChg>
      </pc:sldChg>
      <pc:sldChg chg="modSp mod">
        <pc:chgData name="N NAVEEN UTTARKAR" userId="6d334f0421714ca9" providerId="LiveId" clId="{ADDAD77A-B39E-40BF-90FF-C6A84D6293A6}" dt="2026-09-07T13:43:01.292" v="41"/>
        <pc:sldMkLst>
          <pc:docMk/>
          <pc:sldMk cId="957476384" sldId="264"/>
        </pc:sldMkLst>
        <pc:spChg chg="mod">
          <ac:chgData name="N NAVEEN UTTARKAR" userId="6d334f0421714ca9" providerId="LiveId" clId="{ADDAD77A-B39E-40BF-90FF-C6A84D6293A6}" dt="2026-09-07T13:38:27.534" v="17" actId="20577"/>
          <ac:spMkLst>
            <pc:docMk/>
            <pc:sldMk cId="957476384" sldId="264"/>
            <ac:spMk id="5" creationId="{682EE49E-5540-3F14-2081-325B3FA72DA9}"/>
          </ac:spMkLst>
        </pc:spChg>
        <pc:spChg chg="mod">
          <ac:chgData name="N NAVEEN UTTARKAR" userId="6d334f0421714ca9" providerId="LiveId" clId="{ADDAD77A-B39E-40BF-90FF-C6A84D6293A6}" dt="2026-09-07T13:43:01.292" v="41"/>
          <ac:spMkLst>
            <pc:docMk/>
            <pc:sldMk cId="957476384" sldId="264"/>
            <ac:spMk id="6" creationId="{21F6F3D9-D21C-A822-98E9-A3370CAFF8DC}"/>
          </ac:spMkLst>
        </pc:spChg>
      </pc:sldChg>
      <pc:sldChg chg="del">
        <pc:chgData name="N NAVEEN UTTARKAR" userId="6d334f0421714ca9" providerId="LiveId" clId="{ADDAD77A-B39E-40BF-90FF-C6A84D6293A6}" dt="2026-09-07T17:12:56.091" v="479" actId="47"/>
        <pc:sldMkLst>
          <pc:docMk/>
          <pc:sldMk cId="3919874267" sldId="267"/>
        </pc:sldMkLst>
      </pc:sldChg>
      <pc:sldChg chg="del">
        <pc:chgData name="N NAVEEN UTTARKAR" userId="6d334f0421714ca9" providerId="LiveId" clId="{ADDAD77A-B39E-40BF-90FF-C6A84D6293A6}" dt="2026-09-07T13:35:56.935" v="4" actId="47"/>
        <pc:sldMkLst>
          <pc:docMk/>
          <pc:sldMk cId="1071620995" sldId="268"/>
        </pc:sldMkLst>
      </pc:sldChg>
      <pc:sldChg chg="del">
        <pc:chgData name="N NAVEEN UTTARKAR" userId="6d334f0421714ca9" providerId="LiveId" clId="{ADDAD77A-B39E-40BF-90FF-C6A84D6293A6}" dt="2026-09-07T17:15:05.943" v="485" actId="47"/>
        <pc:sldMkLst>
          <pc:docMk/>
          <pc:sldMk cId="0" sldId="269"/>
        </pc:sldMkLst>
      </pc:sldChg>
      <pc:sldChg chg="modSp mod">
        <pc:chgData name="N NAVEEN UTTARKAR" userId="6d334f0421714ca9" providerId="LiveId" clId="{ADDAD77A-B39E-40BF-90FF-C6A84D6293A6}" dt="2026-09-07T17:18:24.904" v="492" actId="1076"/>
        <pc:sldMkLst>
          <pc:docMk/>
          <pc:sldMk cId="779650470" sldId="274"/>
        </pc:sldMkLst>
        <pc:spChg chg="mod">
          <ac:chgData name="N NAVEEN UTTARKAR" userId="6d334f0421714ca9" providerId="LiveId" clId="{ADDAD77A-B39E-40BF-90FF-C6A84D6293A6}" dt="2026-09-07T13:52:14.558" v="145" actId="20577"/>
          <ac:spMkLst>
            <pc:docMk/>
            <pc:sldMk cId="779650470" sldId="274"/>
            <ac:spMk id="5" creationId="{E6A38BAF-1E02-DCAD-0476-A5B5B901F871}"/>
          </ac:spMkLst>
        </pc:spChg>
        <pc:spChg chg="mod">
          <ac:chgData name="N NAVEEN UTTARKAR" userId="6d334f0421714ca9" providerId="LiveId" clId="{ADDAD77A-B39E-40BF-90FF-C6A84D6293A6}" dt="2026-09-07T13:53:57.456" v="173" actId="1076"/>
          <ac:spMkLst>
            <pc:docMk/>
            <pc:sldMk cId="779650470" sldId="274"/>
            <ac:spMk id="16" creationId="{3D349BDE-192D-56C5-073A-A775BF1FFAA8}"/>
          </ac:spMkLst>
        </pc:spChg>
        <pc:grpChg chg="mod">
          <ac:chgData name="N NAVEEN UTTARKAR" userId="6d334f0421714ca9" providerId="LiveId" clId="{ADDAD77A-B39E-40BF-90FF-C6A84D6293A6}" dt="2026-09-07T17:18:24.904" v="492" actId="1076"/>
          <ac:grpSpMkLst>
            <pc:docMk/>
            <pc:sldMk cId="779650470" sldId="274"/>
            <ac:grpSpMk id="10" creationId="{E195ADE8-2D74-01D8-A630-A039523B7765}"/>
          </ac:grpSpMkLst>
        </pc:grpChg>
      </pc:sldChg>
      <pc:sldChg chg="addSp delSp modSp mod">
        <pc:chgData name="N NAVEEN UTTARKAR" userId="6d334f0421714ca9" providerId="LiveId" clId="{ADDAD77A-B39E-40BF-90FF-C6A84D6293A6}" dt="2026-09-07T14:19:25.067" v="237" actId="1076"/>
        <pc:sldMkLst>
          <pc:docMk/>
          <pc:sldMk cId="3375840639" sldId="275"/>
        </pc:sldMkLst>
        <pc:spChg chg="mod">
          <ac:chgData name="N NAVEEN UTTARKAR" userId="6d334f0421714ca9" providerId="LiveId" clId="{ADDAD77A-B39E-40BF-90FF-C6A84D6293A6}" dt="2026-09-07T13:54:51.758" v="192" actId="20577"/>
          <ac:spMkLst>
            <pc:docMk/>
            <pc:sldMk cId="3375840639" sldId="275"/>
            <ac:spMk id="5" creationId="{B493C3F9-23ED-82B2-BB9D-A9B79E92E114}"/>
          </ac:spMkLst>
        </pc:spChg>
        <pc:spChg chg="mod">
          <ac:chgData name="N NAVEEN UTTARKAR" userId="6d334f0421714ca9" providerId="LiveId" clId="{ADDAD77A-B39E-40BF-90FF-C6A84D6293A6}" dt="2026-09-07T14:17:18.116" v="228" actId="20577"/>
          <ac:spMkLst>
            <pc:docMk/>
            <pc:sldMk cId="3375840639" sldId="275"/>
            <ac:spMk id="16" creationId="{24F91062-D710-B81A-CD10-788090A59E3F}"/>
          </ac:spMkLst>
        </pc:spChg>
        <pc:grpChg chg="mod">
          <ac:chgData name="N NAVEEN UTTARKAR" userId="6d334f0421714ca9" providerId="LiveId" clId="{ADDAD77A-B39E-40BF-90FF-C6A84D6293A6}" dt="2026-09-07T14:19:25.067" v="237" actId="1076"/>
          <ac:grpSpMkLst>
            <pc:docMk/>
            <pc:sldMk cId="3375840639" sldId="275"/>
            <ac:grpSpMk id="10" creationId="{F3761924-7229-B301-C69B-6703E0D91973}"/>
          </ac:grpSpMkLst>
        </pc:grpChg>
        <pc:picChg chg="del">
          <ac:chgData name="N NAVEEN UTTARKAR" userId="6d334f0421714ca9" providerId="LiveId" clId="{ADDAD77A-B39E-40BF-90FF-C6A84D6293A6}" dt="2026-09-07T13:55:03.395" v="193" actId="478"/>
          <ac:picMkLst>
            <pc:docMk/>
            <pc:sldMk cId="3375840639" sldId="275"/>
            <ac:picMk id="7" creationId="{CD0B3282-6EBF-DA17-1D9B-D37EE21A5ED3}"/>
          </ac:picMkLst>
        </pc:picChg>
        <pc:picChg chg="add del mod">
          <ac:chgData name="N NAVEEN UTTARKAR" userId="6d334f0421714ca9" providerId="LiveId" clId="{ADDAD77A-B39E-40BF-90FF-C6A84D6293A6}" dt="2026-09-07T14:18:56.629" v="232" actId="478"/>
          <ac:picMkLst>
            <pc:docMk/>
            <pc:sldMk cId="3375840639" sldId="275"/>
            <ac:picMk id="9" creationId="{8155B817-F276-B7B9-26A5-C2426C3CA887}"/>
          </ac:picMkLst>
        </pc:picChg>
        <pc:picChg chg="add mod">
          <ac:chgData name="N NAVEEN UTTARKAR" userId="6d334f0421714ca9" providerId="LiveId" clId="{ADDAD77A-B39E-40BF-90FF-C6A84D6293A6}" dt="2026-09-07T14:19:14.290" v="236" actId="14100"/>
          <ac:picMkLst>
            <pc:docMk/>
            <pc:sldMk cId="3375840639" sldId="275"/>
            <ac:picMk id="18" creationId="{FB846D13-E0F3-243A-899B-CCA389F41320}"/>
          </ac:picMkLst>
        </pc:picChg>
      </pc:sldChg>
      <pc:sldChg chg="del">
        <pc:chgData name="N NAVEEN UTTARKAR" userId="6d334f0421714ca9" providerId="LiveId" clId="{ADDAD77A-B39E-40BF-90FF-C6A84D6293A6}" dt="2026-09-07T16:59:39.705" v="306" actId="47"/>
        <pc:sldMkLst>
          <pc:docMk/>
          <pc:sldMk cId="3642312855" sldId="276"/>
        </pc:sldMkLst>
      </pc:sldChg>
      <pc:sldChg chg="addSp delSp modSp mod">
        <pc:chgData name="N NAVEEN UTTARKAR" userId="6d334f0421714ca9" providerId="LiveId" clId="{ADDAD77A-B39E-40BF-90FF-C6A84D6293A6}" dt="2026-09-07T17:05:28.214" v="354" actId="1076"/>
        <pc:sldMkLst>
          <pc:docMk/>
          <pc:sldMk cId="1540869561" sldId="277"/>
        </pc:sldMkLst>
        <pc:spChg chg="add mod">
          <ac:chgData name="N NAVEEN UTTARKAR" userId="6d334f0421714ca9" providerId="LiveId" clId="{ADDAD77A-B39E-40BF-90FF-C6A84D6293A6}" dt="2026-09-07T16:59:26.085" v="305" actId="1076"/>
          <ac:spMkLst>
            <pc:docMk/>
            <pc:sldMk cId="1540869561" sldId="277"/>
            <ac:spMk id="9" creationId="{691772E4-A373-04F4-9285-A844406698BD}"/>
          </ac:spMkLst>
        </pc:spChg>
        <pc:spChg chg="del mod">
          <ac:chgData name="N NAVEEN UTTARKAR" userId="6d334f0421714ca9" providerId="LiveId" clId="{ADDAD77A-B39E-40BF-90FF-C6A84D6293A6}" dt="2026-09-07T14:25:21.760" v="283" actId="478"/>
          <ac:spMkLst>
            <pc:docMk/>
            <pc:sldMk cId="1540869561" sldId="277"/>
            <ac:spMk id="16" creationId="{6A918620-289A-FAD7-23CF-F186C65CB3C2}"/>
          </ac:spMkLst>
        </pc:spChg>
        <pc:spChg chg="del mod">
          <ac:chgData name="N NAVEEN UTTARKAR" userId="6d334f0421714ca9" providerId="LiveId" clId="{ADDAD77A-B39E-40BF-90FF-C6A84D6293A6}" dt="2026-09-07T14:23:37.993" v="262"/>
          <ac:spMkLst>
            <pc:docMk/>
            <pc:sldMk cId="1540869561" sldId="277"/>
            <ac:spMk id="18" creationId="{041E55A9-E676-C3EA-52CB-E849047F2F02}"/>
          </ac:spMkLst>
        </pc:spChg>
        <pc:picChg chg="del">
          <ac:chgData name="N NAVEEN UTTARKAR" userId="6d334f0421714ca9" providerId="LiveId" clId="{ADDAD77A-B39E-40BF-90FF-C6A84D6293A6}" dt="2026-09-07T14:23:33.658" v="259" actId="478"/>
          <ac:picMkLst>
            <pc:docMk/>
            <pc:sldMk cId="1540869561" sldId="277"/>
            <ac:picMk id="7" creationId="{88F819D6-32D4-30D2-594D-6383724F7EC6}"/>
          </ac:picMkLst>
        </pc:picChg>
        <pc:picChg chg="add del">
          <ac:chgData name="N NAVEEN UTTARKAR" userId="6d334f0421714ca9" providerId="LiveId" clId="{ADDAD77A-B39E-40BF-90FF-C6A84D6293A6}" dt="2026-09-07T17:05:16.731" v="352" actId="478"/>
          <ac:picMkLst>
            <pc:docMk/>
            <pc:sldMk cId="1540869561" sldId="277"/>
            <ac:picMk id="19" creationId="{A0E331E0-D81D-FC95-6BD2-6392C5E4170C}"/>
          </ac:picMkLst>
        </pc:picChg>
        <pc:picChg chg="add mod">
          <ac:chgData name="N NAVEEN UTTARKAR" userId="6d334f0421714ca9" providerId="LiveId" clId="{ADDAD77A-B39E-40BF-90FF-C6A84D6293A6}" dt="2026-09-07T17:05:28.214" v="354" actId="1076"/>
          <ac:picMkLst>
            <pc:docMk/>
            <pc:sldMk cId="1540869561" sldId="277"/>
            <ac:picMk id="21" creationId="{7CD2E990-E832-3633-BD41-56DD13837B47}"/>
          </ac:picMkLst>
        </pc:picChg>
      </pc:sldChg>
      <pc:sldChg chg="modSp mod">
        <pc:chgData name="N NAVEEN UTTARKAR" userId="6d334f0421714ca9" providerId="LiveId" clId="{ADDAD77A-B39E-40BF-90FF-C6A84D6293A6}" dt="2026-09-07T17:17:52.495" v="490" actId="1076"/>
        <pc:sldMkLst>
          <pc:docMk/>
          <pc:sldMk cId="1733650311" sldId="283"/>
        </pc:sldMkLst>
        <pc:spChg chg="mod">
          <ac:chgData name="N NAVEEN UTTARKAR" userId="6d334f0421714ca9" providerId="LiveId" clId="{ADDAD77A-B39E-40BF-90FF-C6A84D6293A6}" dt="2026-09-07T13:45:39.116" v="58" actId="20577"/>
          <ac:spMkLst>
            <pc:docMk/>
            <pc:sldMk cId="1733650311" sldId="283"/>
            <ac:spMk id="5" creationId="{28D22C24-1D2C-9146-1C96-D7412FE8BE9A}"/>
          </ac:spMkLst>
        </pc:spChg>
        <pc:spChg chg="mod">
          <ac:chgData name="N NAVEEN UTTARKAR" userId="6d334f0421714ca9" providerId="LiveId" clId="{ADDAD77A-B39E-40BF-90FF-C6A84D6293A6}" dt="2026-09-07T13:48:16.585" v="72" actId="20577"/>
          <ac:spMkLst>
            <pc:docMk/>
            <pc:sldMk cId="1733650311" sldId="283"/>
            <ac:spMk id="16" creationId="{4A79EE0C-C62A-7320-8B53-4F01978C2B0B}"/>
          </ac:spMkLst>
        </pc:spChg>
        <pc:grpChg chg="mod">
          <ac:chgData name="N NAVEEN UTTARKAR" userId="6d334f0421714ca9" providerId="LiveId" clId="{ADDAD77A-B39E-40BF-90FF-C6A84D6293A6}" dt="2026-09-07T17:17:52.495" v="490" actId="1076"/>
          <ac:grpSpMkLst>
            <pc:docMk/>
            <pc:sldMk cId="1733650311" sldId="283"/>
            <ac:grpSpMk id="10" creationId="{72E3BAE9-C477-0059-4354-EB8923EA9304}"/>
          </ac:grpSpMkLst>
        </pc:grpChg>
      </pc:sldChg>
      <pc:sldChg chg="modSp mod">
        <pc:chgData name="N NAVEEN UTTARKAR" userId="6d334f0421714ca9" providerId="LiveId" clId="{ADDAD77A-B39E-40BF-90FF-C6A84D6293A6}" dt="2026-09-07T17:18:02.020" v="491" actId="1076"/>
        <pc:sldMkLst>
          <pc:docMk/>
          <pc:sldMk cId="2626281111" sldId="284"/>
        </pc:sldMkLst>
        <pc:spChg chg="mod">
          <ac:chgData name="N NAVEEN UTTARKAR" userId="6d334f0421714ca9" providerId="LiveId" clId="{ADDAD77A-B39E-40BF-90FF-C6A84D6293A6}" dt="2026-09-07T13:48:35.601" v="82" actId="20577"/>
          <ac:spMkLst>
            <pc:docMk/>
            <pc:sldMk cId="2626281111" sldId="284"/>
            <ac:spMk id="5" creationId="{784A02A2-6305-3EAA-4AC4-A034D549037F}"/>
          </ac:spMkLst>
        </pc:spChg>
        <pc:spChg chg="mod">
          <ac:chgData name="N NAVEEN UTTARKAR" userId="6d334f0421714ca9" providerId="LiveId" clId="{ADDAD77A-B39E-40BF-90FF-C6A84D6293A6}" dt="2026-09-07T13:51:07.457" v="117" actId="14100"/>
          <ac:spMkLst>
            <pc:docMk/>
            <pc:sldMk cId="2626281111" sldId="284"/>
            <ac:spMk id="16" creationId="{4454626E-1C5C-CDDB-45E6-7D0CB986457B}"/>
          </ac:spMkLst>
        </pc:spChg>
        <pc:grpChg chg="mod">
          <ac:chgData name="N NAVEEN UTTARKAR" userId="6d334f0421714ca9" providerId="LiveId" clId="{ADDAD77A-B39E-40BF-90FF-C6A84D6293A6}" dt="2026-09-07T17:18:02.020" v="491" actId="1076"/>
          <ac:grpSpMkLst>
            <pc:docMk/>
            <pc:sldMk cId="2626281111" sldId="284"/>
            <ac:grpSpMk id="10" creationId="{DD693D4C-27E2-CA5C-93AC-2804C6F3EA09}"/>
          </ac:grpSpMkLst>
        </pc:grpChg>
      </pc:sldChg>
      <pc:sldChg chg="del">
        <pc:chgData name="N NAVEEN UTTARKAR" userId="6d334f0421714ca9" providerId="LiveId" clId="{ADDAD77A-B39E-40BF-90FF-C6A84D6293A6}" dt="2026-09-07T17:12:58.421" v="480" actId="47"/>
        <pc:sldMkLst>
          <pc:docMk/>
          <pc:sldMk cId="111951248" sldId="286"/>
        </pc:sldMkLst>
      </pc:sldChg>
      <pc:sldChg chg="del">
        <pc:chgData name="N NAVEEN UTTARKAR" userId="6d334f0421714ca9" providerId="LiveId" clId="{ADDAD77A-B39E-40BF-90FF-C6A84D6293A6}" dt="2026-09-07T17:13:02.997" v="482" actId="47"/>
        <pc:sldMkLst>
          <pc:docMk/>
          <pc:sldMk cId="1840979081" sldId="287"/>
        </pc:sldMkLst>
      </pc:sldChg>
      <pc:sldChg chg="del">
        <pc:chgData name="N NAVEEN UTTARKAR" userId="6d334f0421714ca9" providerId="LiveId" clId="{ADDAD77A-B39E-40BF-90FF-C6A84D6293A6}" dt="2026-09-07T17:13:04.887" v="483" actId="47"/>
        <pc:sldMkLst>
          <pc:docMk/>
          <pc:sldMk cId="1713846849" sldId="288"/>
        </pc:sldMkLst>
      </pc:sldChg>
      <pc:sldChg chg="addSp delSp modSp mod">
        <pc:chgData name="N NAVEEN UTTARKAR" userId="6d334f0421714ca9" providerId="LiveId" clId="{ADDAD77A-B39E-40BF-90FF-C6A84D6293A6}" dt="2026-09-07T17:05:50.685" v="356" actId="14100"/>
        <pc:sldMkLst>
          <pc:docMk/>
          <pc:sldMk cId="3304575386" sldId="291"/>
        </pc:sldMkLst>
        <pc:spChg chg="mod">
          <ac:chgData name="N NAVEEN UTTARKAR" userId="6d334f0421714ca9" providerId="LiveId" clId="{ADDAD77A-B39E-40BF-90FF-C6A84D6293A6}" dt="2026-09-07T17:01:54.720" v="314" actId="20577"/>
          <ac:spMkLst>
            <pc:docMk/>
            <pc:sldMk cId="3304575386" sldId="291"/>
            <ac:spMk id="5" creationId="{C08F4C8E-9FD7-9263-D1DD-08EB0A321082}"/>
          </ac:spMkLst>
        </pc:spChg>
        <pc:spChg chg="del mod">
          <ac:chgData name="N NAVEEN UTTARKAR" userId="6d334f0421714ca9" providerId="LiveId" clId="{ADDAD77A-B39E-40BF-90FF-C6A84D6293A6}" dt="2026-09-07T17:03:54.339" v="340"/>
          <ac:spMkLst>
            <pc:docMk/>
            <pc:sldMk cId="3304575386" sldId="291"/>
            <ac:spMk id="6" creationId="{816AF5E3-5B11-79D1-9F47-9C3FB738C386}"/>
          </ac:spMkLst>
        </pc:spChg>
        <pc:spChg chg="add del">
          <ac:chgData name="N NAVEEN UTTARKAR" userId="6d334f0421714ca9" providerId="LiveId" clId="{ADDAD77A-B39E-40BF-90FF-C6A84D6293A6}" dt="2026-09-07T17:03:57.716" v="342" actId="22"/>
          <ac:spMkLst>
            <pc:docMk/>
            <pc:sldMk cId="3304575386" sldId="291"/>
            <ac:spMk id="9" creationId="{EAFC8DF6-24B0-428A-0BE3-A3FC11148661}"/>
          </ac:spMkLst>
        </pc:spChg>
        <pc:spChg chg="mod">
          <ac:chgData name="N NAVEEN UTTARKAR" userId="6d334f0421714ca9" providerId="LiveId" clId="{ADDAD77A-B39E-40BF-90FF-C6A84D6293A6}" dt="2026-09-07T17:03:51.906" v="338" actId="14100"/>
          <ac:spMkLst>
            <pc:docMk/>
            <pc:sldMk cId="3304575386" sldId="291"/>
            <ac:spMk id="14" creationId="{76529B09-166F-5E9D-D7FE-2C06A6C228E6}"/>
          </ac:spMkLst>
        </pc:spChg>
        <pc:picChg chg="del">
          <ac:chgData name="N NAVEEN UTTARKAR" userId="6d334f0421714ca9" providerId="LiveId" clId="{ADDAD77A-B39E-40BF-90FF-C6A84D6293A6}" dt="2026-09-07T17:01:57.458" v="315" actId="478"/>
          <ac:picMkLst>
            <pc:docMk/>
            <pc:sldMk cId="3304575386" sldId="291"/>
            <ac:picMk id="8" creationId="{7839AB2D-4A04-4529-BCAB-D8379CA018F7}"/>
          </ac:picMkLst>
        </pc:picChg>
        <pc:picChg chg="add del mod">
          <ac:chgData name="N NAVEEN UTTARKAR" userId="6d334f0421714ca9" providerId="LiveId" clId="{ADDAD77A-B39E-40BF-90FF-C6A84D6293A6}" dt="2026-09-07T17:05:09.244" v="351" actId="21"/>
          <ac:picMkLst>
            <pc:docMk/>
            <pc:sldMk cId="3304575386" sldId="291"/>
            <ac:picMk id="18" creationId="{2DF677B6-B363-0CA0-F50A-BFDADECD105F}"/>
          </ac:picMkLst>
        </pc:picChg>
        <pc:picChg chg="add mod">
          <ac:chgData name="N NAVEEN UTTARKAR" userId="6d334f0421714ca9" providerId="LiveId" clId="{ADDAD77A-B39E-40BF-90FF-C6A84D6293A6}" dt="2026-09-07T17:05:50.685" v="356" actId="14100"/>
          <ac:picMkLst>
            <pc:docMk/>
            <pc:sldMk cId="3304575386" sldId="291"/>
            <ac:picMk id="20" creationId="{B7F06750-7E83-E816-D704-D76128959779}"/>
          </ac:picMkLst>
        </pc:picChg>
      </pc:sldChg>
      <pc:sldChg chg="addSp delSp modSp del mod">
        <pc:chgData name="N NAVEEN UTTARKAR" userId="6d334f0421714ca9" providerId="LiveId" clId="{ADDAD77A-B39E-40BF-90FF-C6A84D6293A6}" dt="2026-09-07T16:59:41.104" v="307" actId="47"/>
        <pc:sldMkLst>
          <pc:docMk/>
          <pc:sldMk cId="2444556265" sldId="292"/>
        </pc:sldMkLst>
        <pc:spChg chg="del">
          <ac:chgData name="N NAVEEN UTTARKAR" userId="6d334f0421714ca9" providerId="LiveId" clId="{ADDAD77A-B39E-40BF-90FF-C6A84D6293A6}" dt="2026-09-07T14:22:06.788" v="238" actId="478"/>
          <ac:spMkLst>
            <pc:docMk/>
            <pc:sldMk cId="2444556265" sldId="292"/>
            <ac:spMk id="6" creationId="{4185F1A6-7690-B00F-4F06-7EE642F60424}"/>
          </ac:spMkLst>
        </pc:spChg>
        <pc:spChg chg="del mod">
          <ac:chgData name="N NAVEEN UTTARKAR" userId="6d334f0421714ca9" providerId="LiveId" clId="{ADDAD77A-B39E-40BF-90FF-C6A84D6293A6}" dt="2026-09-07T14:22:21.407" v="242" actId="478"/>
          <ac:spMkLst>
            <pc:docMk/>
            <pc:sldMk cId="2444556265" sldId="292"/>
            <ac:spMk id="7" creationId="{4317651A-0FCC-AF20-082D-67C3EBA2E4C6}"/>
          </ac:spMkLst>
        </pc:spChg>
        <pc:spChg chg="del mod">
          <ac:chgData name="N NAVEEN UTTARKAR" userId="6d334f0421714ca9" providerId="LiveId" clId="{ADDAD77A-B39E-40BF-90FF-C6A84D6293A6}" dt="2026-09-07T14:23:28.405" v="257"/>
          <ac:spMkLst>
            <pc:docMk/>
            <pc:sldMk cId="2444556265" sldId="292"/>
            <ac:spMk id="14" creationId="{68B078F8-5B49-D155-EED6-CA14E4CA893E}"/>
          </ac:spMkLst>
        </pc:spChg>
        <pc:spChg chg="mod">
          <ac:chgData name="N NAVEEN UTTARKAR" userId="6d334f0421714ca9" providerId="LiveId" clId="{ADDAD77A-B39E-40BF-90FF-C6A84D6293A6}" dt="2026-09-07T14:22:35.959" v="248" actId="6549"/>
          <ac:spMkLst>
            <pc:docMk/>
            <pc:sldMk cId="2444556265" sldId="292"/>
            <ac:spMk id="16" creationId="{149D3DE8-2BA0-DD66-BC9B-DFF7584ABC9C}"/>
          </ac:spMkLst>
        </pc:spChg>
        <pc:spChg chg="del mod">
          <ac:chgData name="N NAVEEN UTTARKAR" userId="6d334f0421714ca9" providerId="LiveId" clId="{ADDAD77A-B39E-40BF-90FF-C6A84D6293A6}" dt="2026-09-07T14:23:28.404" v="255"/>
          <ac:spMkLst>
            <pc:docMk/>
            <pc:sldMk cId="2444556265" sldId="292"/>
            <ac:spMk id="18" creationId="{AAD5E4DD-A602-878E-3C3B-72CC3DAD47F1}"/>
          </ac:spMkLst>
        </pc:spChg>
        <pc:picChg chg="add mod">
          <ac:chgData name="N NAVEEN UTTARKAR" userId="6d334f0421714ca9" providerId="LiveId" clId="{ADDAD77A-B39E-40BF-90FF-C6A84D6293A6}" dt="2026-09-07T14:23:06.814" v="253" actId="14100"/>
          <ac:picMkLst>
            <pc:docMk/>
            <pc:sldMk cId="2444556265" sldId="292"/>
            <ac:picMk id="19" creationId="{BA143F86-095A-509A-DC66-58C3A571928C}"/>
          </ac:picMkLst>
        </pc:picChg>
      </pc:sldChg>
      <pc:sldChg chg="del">
        <pc:chgData name="N NAVEEN UTTARKAR" userId="6d334f0421714ca9" providerId="LiveId" clId="{ADDAD77A-B39E-40BF-90FF-C6A84D6293A6}" dt="2026-09-07T17:12:52.915" v="478" actId="47"/>
        <pc:sldMkLst>
          <pc:docMk/>
          <pc:sldMk cId="2464910964" sldId="293"/>
        </pc:sldMkLst>
      </pc:sldChg>
      <pc:sldChg chg="del">
        <pc:chgData name="N NAVEEN UTTARKAR" userId="6d334f0421714ca9" providerId="LiveId" clId="{ADDAD77A-B39E-40BF-90FF-C6A84D6293A6}" dt="2026-09-07T17:13:00.350" v="481" actId="47"/>
        <pc:sldMkLst>
          <pc:docMk/>
          <pc:sldMk cId="1730515169" sldId="294"/>
        </pc:sldMkLst>
      </pc:sldChg>
      <pc:sldChg chg="addSp delSp modSp mod">
        <pc:chgData name="N NAVEEN UTTARKAR" userId="6d334f0421714ca9" providerId="LiveId" clId="{ADDAD77A-B39E-40BF-90FF-C6A84D6293A6}" dt="2026-09-07T17:19:06.300" v="495" actId="478"/>
        <pc:sldMkLst>
          <pc:docMk/>
          <pc:sldMk cId="4226238265" sldId="295"/>
        </pc:sldMkLst>
        <pc:spChg chg="del mod">
          <ac:chgData name="N NAVEEN UTTARKAR" userId="6d334f0421714ca9" providerId="LiveId" clId="{ADDAD77A-B39E-40BF-90FF-C6A84D6293A6}" dt="2026-09-07T17:19:06.300" v="495" actId="478"/>
          <ac:spMkLst>
            <pc:docMk/>
            <pc:sldMk cId="4226238265" sldId="295"/>
            <ac:spMk id="3" creationId="{B767A40C-8091-639B-BEC7-DB03907C82A3}"/>
          </ac:spMkLst>
        </pc:spChg>
        <pc:spChg chg="add mod">
          <ac:chgData name="N NAVEEN UTTARKAR" userId="6d334f0421714ca9" providerId="LiveId" clId="{ADDAD77A-B39E-40BF-90FF-C6A84D6293A6}" dt="2026-09-07T17:12:32.268" v="476" actId="123"/>
          <ac:spMkLst>
            <pc:docMk/>
            <pc:sldMk cId="4226238265" sldId="295"/>
            <ac:spMk id="8" creationId="{05D46155-68BD-27DF-A2D7-5A3F5BCDE4DA}"/>
          </ac:spMkLst>
        </pc:spChg>
        <pc:spChg chg="mod">
          <ac:chgData name="N NAVEEN UTTARKAR" userId="6d334f0421714ca9" providerId="LiveId" clId="{ADDAD77A-B39E-40BF-90FF-C6A84D6293A6}" dt="2026-09-07T17:07:00.475" v="383" actId="20577"/>
          <ac:spMkLst>
            <pc:docMk/>
            <pc:sldMk cId="4226238265" sldId="295"/>
            <ac:spMk id="11" creationId="{577E17C0-26C8-86B5-D9CB-9F51B3BB1C04}"/>
          </ac:spMkLst>
        </pc:spChg>
        <pc:spChg chg="del mod">
          <ac:chgData name="N NAVEEN UTTARKAR" userId="6d334f0421714ca9" providerId="LiveId" clId="{ADDAD77A-B39E-40BF-90FF-C6A84D6293A6}" dt="2026-09-07T17:07:22.167" v="392"/>
          <ac:spMkLst>
            <pc:docMk/>
            <pc:sldMk cId="4226238265" sldId="295"/>
            <ac:spMk id="12" creationId="{9651BE92-BE19-D93E-1CEF-47C410929B64}"/>
          </ac:spMkLst>
        </pc:spChg>
        <pc:spChg chg="del mod">
          <ac:chgData name="N NAVEEN UTTARKAR" userId="6d334f0421714ca9" providerId="LiveId" clId="{ADDAD77A-B39E-40BF-90FF-C6A84D6293A6}" dt="2026-09-07T17:07:22.167" v="394"/>
          <ac:spMkLst>
            <pc:docMk/>
            <pc:sldMk cId="4226238265" sldId="295"/>
            <ac:spMk id="15" creationId="{583996AE-7DA8-FB3B-E649-6DD725425A56}"/>
          </ac:spMkLst>
        </pc:spChg>
        <pc:spChg chg="del mod">
          <ac:chgData name="N NAVEEN UTTARKAR" userId="6d334f0421714ca9" providerId="LiveId" clId="{ADDAD77A-B39E-40BF-90FF-C6A84D6293A6}" dt="2026-09-07T17:07:22.167" v="398"/>
          <ac:spMkLst>
            <pc:docMk/>
            <pc:sldMk cId="4226238265" sldId="295"/>
            <ac:spMk id="20" creationId="{BBDDD7FF-69D4-697A-A48A-D3EA5E451CB6}"/>
          </ac:spMkLst>
        </pc:spChg>
        <pc:spChg chg="del mod">
          <ac:chgData name="N NAVEEN UTTARKAR" userId="6d334f0421714ca9" providerId="LiveId" clId="{ADDAD77A-B39E-40BF-90FF-C6A84D6293A6}" dt="2026-09-07T17:07:22.167" v="396"/>
          <ac:spMkLst>
            <pc:docMk/>
            <pc:sldMk cId="4226238265" sldId="295"/>
            <ac:spMk id="24" creationId="{1691E077-3CDB-DC58-81B1-55EC7144D81E}"/>
          </ac:spMkLst>
        </pc:spChg>
        <pc:picChg chg="del">
          <ac:chgData name="N NAVEEN UTTARKAR" userId="6d334f0421714ca9" providerId="LiveId" clId="{ADDAD77A-B39E-40BF-90FF-C6A84D6293A6}" dt="2026-09-07T17:07:03.347" v="384" actId="478"/>
          <ac:picMkLst>
            <pc:docMk/>
            <pc:sldMk cId="4226238265" sldId="295"/>
            <ac:picMk id="17" creationId="{E8314D14-9C77-4FE8-6DBE-743B74FFFE5D}"/>
          </ac:picMkLst>
        </pc:picChg>
        <pc:picChg chg="del">
          <ac:chgData name="N NAVEEN UTTARKAR" userId="6d334f0421714ca9" providerId="LiveId" clId="{ADDAD77A-B39E-40BF-90FF-C6A84D6293A6}" dt="2026-09-07T17:07:05.037" v="385" actId="478"/>
          <ac:picMkLst>
            <pc:docMk/>
            <pc:sldMk cId="4226238265" sldId="295"/>
            <ac:picMk id="19" creationId="{B35A3357-D1C7-2ED4-A8F8-68CFA8920369}"/>
          </ac:picMkLst>
        </pc:picChg>
      </pc:sldChg>
      <pc:sldChg chg="del">
        <pc:chgData name="N NAVEEN UTTARKAR" userId="6d334f0421714ca9" providerId="LiveId" clId="{ADDAD77A-B39E-40BF-90FF-C6A84D6293A6}" dt="2026-09-07T17:12:50.043" v="477" actId="47"/>
        <pc:sldMkLst>
          <pc:docMk/>
          <pc:sldMk cId="1124933490" sldId="296"/>
        </pc:sldMkLst>
      </pc:sldChg>
      <pc:sldChg chg="modSp add mod ord">
        <pc:chgData name="N NAVEEN UTTARKAR" userId="6d334f0421714ca9" providerId="LiveId" clId="{ADDAD77A-B39E-40BF-90FF-C6A84D6293A6}" dt="2026-09-07T17:16:07.121" v="488" actId="20577"/>
        <pc:sldMkLst>
          <pc:docMk/>
          <pc:sldMk cId="0" sldId="297"/>
        </pc:sldMkLst>
        <pc:spChg chg="mod">
          <ac:chgData name="N NAVEEN UTTARKAR" userId="6d334f0421714ca9" providerId="LiveId" clId="{ADDAD77A-B39E-40BF-90FF-C6A84D6293A6}" dt="2026-09-07T17:16:07.121" v="488" actId="20577"/>
          <ac:spMkLst>
            <pc:docMk/>
            <pc:sldMk cId="0" sldId="297"/>
            <ac:spMk id="14" creationId="{00000000-0000-0000-0000-000000000000}"/>
          </ac:spMkLst>
        </pc:spChg>
      </pc:sldChg>
      <pc:sldChg chg="modSp add mod">
        <pc:chgData name="N NAVEEN UTTARKAR" userId="6d334f0421714ca9" providerId="LiveId" clId="{ADDAD77A-B39E-40BF-90FF-C6A84D6293A6}" dt="2026-09-07T17:22:24.539" v="503" actId="1076"/>
        <pc:sldMkLst>
          <pc:docMk/>
          <pc:sldMk cId="0" sldId="298"/>
        </pc:sldMkLst>
        <pc:spChg chg="mod">
          <ac:chgData name="N NAVEEN UTTARKAR" userId="6d334f0421714ca9" providerId="LiveId" clId="{ADDAD77A-B39E-40BF-90FF-C6A84D6293A6}" dt="2026-09-07T17:22:24.539" v="503" actId="1076"/>
          <ac:spMkLst>
            <pc:docMk/>
            <pc:sldMk cId="0" sldId="298"/>
            <ac:spMk id="10" creationId="{D8DFB71B-7E34-4C4D-123D-859C5A91993E}"/>
          </ac:spMkLst>
        </pc:spChg>
        <pc:spChg chg="mod">
          <ac:chgData name="N NAVEEN UTTARKAR" userId="6d334f0421714ca9" providerId="LiveId" clId="{ADDAD77A-B39E-40BF-90FF-C6A84D6293A6}" dt="2026-09-07T17:21:42.383" v="502" actId="122"/>
          <ac:spMkLst>
            <pc:docMk/>
            <pc:sldMk cId="0" sldId="298"/>
            <ac:spMk id="13" creationId="{D8062FFE-7C23-06F5-8D47-A2B7B3E8B6C2}"/>
          </ac:spMkLst>
        </pc:spChg>
        <pc:spChg chg="mod">
          <ac:chgData name="N NAVEEN UTTARKAR" userId="6d334f0421714ca9" providerId="LiveId" clId="{ADDAD77A-B39E-40BF-90FF-C6A84D6293A6}" dt="2026-09-07T17:20:04.471" v="496" actId="20577"/>
          <ac:spMkLst>
            <pc:docMk/>
            <pc:sldMk cId="0" sldId="298"/>
            <ac:spMk id="15" creationId="{821AF314-6AD7-B26E-0BF2-908299474EB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016A19F5-1B63-4718-B4D5-83BCFEECE849}" type="datetimeFigureOut">
              <a:rPr lang="en-IN" smtClean="0"/>
              <a:t>28-09-2026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EE53F9B7-D47B-4A2C-986A-8FC9CB9CFE4D}" type="slidenum">
              <a:rPr lang="en-IN" smtClean="0"/>
              <a:t>‹#›</a:t>
            </a:fld>
            <a:endParaRPr lang="en-IN"/>
          </a:p>
        </p:txBody>
      </p:sp>
    </p:spTree>
    <p:extLst>
      <p:ext uri="{BB962C8B-B14F-4D97-AF65-F5344CB8AC3E}">
        <p14:creationId xmlns:p14="http://schemas.microsoft.com/office/powerpoint/2010/main" val="1797854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53F9B7-D47B-4A2C-986A-8FC9CB9CFE4D}" type="slidenum">
              <a:rPr lang="en-IN" smtClean="0"/>
              <a:t>1</a:t>
            </a:fld>
            <a:endParaRPr lang="en-IN"/>
          </a:p>
        </p:txBody>
      </p:sp>
    </p:spTree>
    <p:extLst>
      <p:ext uri="{BB962C8B-B14F-4D97-AF65-F5344CB8AC3E}">
        <p14:creationId xmlns:p14="http://schemas.microsoft.com/office/powerpoint/2010/main" val="2357670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tx1"/>
                </a:solidFill>
                <a:latin typeface="Trebuchet MS"/>
                <a:cs typeface="Trebuchet MS"/>
              </a:defRPr>
            </a:lvl1pPr>
          </a:lstStyle>
          <a:p>
            <a:pPr marL="12700">
              <a:lnSpc>
                <a:spcPts val="2135"/>
              </a:lnSpc>
            </a:pPr>
            <a:r>
              <a:rPr spc="65" dirty="0"/>
              <a:t>D</a:t>
            </a:r>
            <a:r>
              <a:rPr spc="95" dirty="0"/>
              <a:t>e</a:t>
            </a:r>
            <a:r>
              <a:rPr spc="-165" dirty="0"/>
              <a:t>pt.</a:t>
            </a:r>
            <a:r>
              <a:rPr spc="-265" dirty="0"/>
              <a:t> </a:t>
            </a:r>
            <a:r>
              <a:rPr spc="5" dirty="0"/>
              <a:t>o</a:t>
            </a:r>
            <a:r>
              <a:rPr spc="-215" dirty="0"/>
              <a:t>f</a:t>
            </a:r>
            <a:r>
              <a:rPr spc="-20" dirty="0"/>
              <a:t> </a:t>
            </a:r>
            <a:r>
              <a:rPr spc="-45" dirty="0"/>
              <a:t>CSE,</a:t>
            </a:r>
            <a:r>
              <a:rPr spc="-190" dirty="0"/>
              <a:t> </a:t>
            </a:r>
            <a:r>
              <a:rPr spc="-5" dirty="0"/>
              <a:t>S</a:t>
            </a:r>
            <a:r>
              <a:rPr spc="30" dirty="0"/>
              <a:t>V</a:t>
            </a:r>
            <a:r>
              <a:rPr spc="-5" dirty="0"/>
              <a:t>IT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526FF78A-8963-4763-9781-2D613D00A36A}" type="datetime1">
              <a:rPr lang="en-US" smtClean="0"/>
              <a:t>9/28/2026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800" b="0" i="0">
                <a:solidFill>
                  <a:schemeClr val="tx1"/>
                </a:solidFill>
                <a:latin typeface="Trebuchet MS"/>
                <a:cs typeface="Trebuchet MS"/>
              </a:defRPr>
            </a:lvl1pPr>
          </a:lstStyle>
          <a:p>
            <a:pPr marL="12700">
              <a:lnSpc>
                <a:spcPts val="2135"/>
              </a:lnSpc>
            </a:pPr>
            <a:r>
              <a:rPr spc="65" dirty="0"/>
              <a:t>D</a:t>
            </a:r>
            <a:r>
              <a:rPr spc="95" dirty="0"/>
              <a:t>e</a:t>
            </a:r>
            <a:r>
              <a:rPr spc="-165" dirty="0"/>
              <a:t>pt.</a:t>
            </a:r>
            <a:r>
              <a:rPr spc="-265" dirty="0"/>
              <a:t> </a:t>
            </a:r>
            <a:r>
              <a:rPr spc="5" dirty="0"/>
              <a:t>o</a:t>
            </a:r>
            <a:r>
              <a:rPr spc="-215" dirty="0"/>
              <a:t>f</a:t>
            </a:r>
            <a:r>
              <a:rPr spc="-20" dirty="0"/>
              <a:t> </a:t>
            </a:r>
            <a:r>
              <a:rPr spc="-45" dirty="0"/>
              <a:t>CSE,</a:t>
            </a:r>
            <a:r>
              <a:rPr spc="-190" dirty="0"/>
              <a:t> </a:t>
            </a:r>
            <a:r>
              <a:rPr spc="-5" dirty="0"/>
              <a:t>S</a:t>
            </a:r>
            <a:r>
              <a:rPr spc="30" dirty="0"/>
              <a:t>V</a:t>
            </a:r>
            <a:r>
              <a:rPr spc="-5" dirty="0"/>
              <a:t>IT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D495F277-B0EE-445E-B733-0F0D0884CB05}" type="datetime1">
              <a:rPr lang="en-US" smtClean="0"/>
              <a:t>9/28/2026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800" b="0" i="0">
                <a:solidFill>
                  <a:schemeClr val="tx1"/>
                </a:solidFill>
                <a:latin typeface="Trebuchet MS"/>
                <a:cs typeface="Trebuchet MS"/>
              </a:defRPr>
            </a:lvl1pPr>
          </a:lstStyle>
          <a:p>
            <a:pPr marL="12700">
              <a:lnSpc>
                <a:spcPts val="2135"/>
              </a:lnSpc>
            </a:pPr>
            <a:r>
              <a:rPr spc="65" dirty="0"/>
              <a:t>D</a:t>
            </a:r>
            <a:r>
              <a:rPr spc="95" dirty="0"/>
              <a:t>e</a:t>
            </a:r>
            <a:r>
              <a:rPr spc="-165" dirty="0"/>
              <a:t>pt.</a:t>
            </a:r>
            <a:r>
              <a:rPr spc="-265" dirty="0"/>
              <a:t> </a:t>
            </a:r>
            <a:r>
              <a:rPr spc="5" dirty="0"/>
              <a:t>o</a:t>
            </a:r>
            <a:r>
              <a:rPr spc="-215" dirty="0"/>
              <a:t>f</a:t>
            </a:r>
            <a:r>
              <a:rPr spc="-20" dirty="0"/>
              <a:t> </a:t>
            </a:r>
            <a:r>
              <a:rPr spc="-45" dirty="0"/>
              <a:t>CSE,</a:t>
            </a:r>
            <a:r>
              <a:rPr spc="-190" dirty="0"/>
              <a:t> </a:t>
            </a:r>
            <a:r>
              <a:rPr spc="-5" dirty="0"/>
              <a:t>S</a:t>
            </a:r>
            <a:r>
              <a:rPr spc="30" dirty="0"/>
              <a:t>V</a:t>
            </a:r>
            <a:r>
              <a:rPr spc="-5" dirty="0"/>
              <a:t>IT</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723B5F68-9724-45D7-B228-706E532BC8D8}" type="datetime1">
              <a:rPr lang="en-US" smtClean="0"/>
              <a:t>9/28/2026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800" b="0" i="0">
                <a:solidFill>
                  <a:schemeClr val="tx1"/>
                </a:solidFill>
                <a:latin typeface="Trebuchet MS"/>
                <a:cs typeface="Trebuchet MS"/>
              </a:defRPr>
            </a:lvl1pPr>
          </a:lstStyle>
          <a:p>
            <a:pPr marL="12700">
              <a:lnSpc>
                <a:spcPts val="2135"/>
              </a:lnSpc>
            </a:pPr>
            <a:r>
              <a:rPr spc="65" dirty="0"/>
              <a:t>D</a:t>
            </a:r>
            <a:r>
              <a:rPr spc="95" dirty="0"/>
              <a:t>e</a:t>
            </a:r>
            <a:r>
              <a:rPr spc="-165" dirty="0"/>
              <a:t>pt.</a:t>
            </a:r>
            <a:r>
              <a:rPr spc="-265" dirty="0"/>
              <a:t> </a:t>
            </a:r>
            <a:r>
              <a:rPr spc="5" dirty="0"/>
              <a:t>o</a:t>
            </a:r>
            <a:r>
              <a:rPr spc="-215" dirty="0"/>
              <a:t>f</a:t>
            </a:r>
            <a:r>
              <a:rPr spc="-20" dirty="0"/>
              <a:t> </a:t>
            </a:r>
            <a:r>
              <a:rPr spc="-45" dirty="0"/>
              <a:t>CSE,</a:t>
            </a:r>
            <a:r>
              <a:rPr spc="-190" dirty="0"/>
              <a:t> </a:t>
            </a:r>
            <a:r>
              <a:rPr spc="-5" dirty="0"/>
              <a:t>S</a:t>
            </a:r>
            <a:r>
              <a:rPr spc="30" dirty="0"/>
              <a:t>V</a:t>
            </a:r>
            <a:r>
              <a:rPr spc="-5" dirty="0"/>
              <a:t>IT</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8EC2F4C-9F8B-454E-9DE7-F5FB30701FF6}" type="datetime1">
              <a:rPr lang="en-US" smtClean="0"/>
              <a:t>9/28/2026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800" b="0" i="0">
                <a:solidFill>
                  <a:schemeClr val="tx1"/>
                </a:solidFill>
                <a:latin typeface="Trebuchet MS"/>
                <a:cs typeface="Trebuchet MS"/>
              </a:defRPr>
            </a:lvl1pPr>
          </a:lstStyle>
          <a:p>
            <a:pPr marL="12700">
              <a:lnSpc>
                <a:spcPts val="2135"/>
              </a:lnSpc>
            </a:pPr>
            <a:r>
              <a:rPr spc="65" dirty="0"/>
              <a:t>D</a:t>
            </a:r>
            <a:r>
              <a:rPr spc="95" dirty="0"/>
              <a:t>e</a:t>
            </a:r>
            <a:r>
              <a:rPr spc="-165" dirty="0"/>
              <a:t>pt.</a:t>
            </a:r>
            <a:r>
              <a:rPr spc="-265" dirty="0"/>
              <a:t> </a:t>
            </a:r>
            <a:r>
              <a:rPr spc="5" dirty="0"/>
              <a:t>o</a:t>
            </a:r>
            <a:r>
              <a:rPr spc="-215" dirty="0"/>
              <a:t>f</a:t>
            </a:r>
            <a:r>
              <a:rPr spc="-20" dirty="0"/>
              <a:t> </a:t>
            </a:r>
            <a:r>
              <a:rPr spc="-45" dirty="0"/>
              <a:t>CSE,</a:t>
            </a:r>
            <a:r>
              <a:rPr spc="-190" dirty="0"/>
              <a:t> </a:t>
            </a:r>
            <a:r>
              <a:rPr spc="-5" dirty="0"/>
              <a:t>S</a:t>
            </a:r>
            <a:r>
              <a:rPr spc="30" dirty="0"/>
              <a:t>V</a:t>
            </a:r>
            <a:r>
              <a:rPr spc="-5" dirty="0"/>
              <a:t>IT</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F0E4D4CF-738B-404D-A013-D458733A4EB4}" type="datetime1">
              <a:rPr lang="en-US" smtClean="0"/>
              <a:t>9/28/2026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2192000" cy="6858000"/>
          </a:xfrm>
          <a:prstGeom prst="rect">
            <a:avLst/>
          </a:prstGeom>
        </p:spPr>
      </p:pic>
      <p:pic>
        <p:nvPicPr>
          <p:cNvPr id="17" name="bg object 17"/>
          <p:cNvPicPr/>
          <p:nvPr/>
        </p:nvPicPr>
        <p:blipFill>
          <a:blip r:embed="rId8" cstate="print"/>
          <a:stretch>
            <a:fillRect/>
          </a:stretch>
        </p:blipFill>
        <p:spPr>
          <a:xfrm>
            <a:off x="0" y="2019300"/>
            <a:ext cx="12192000" cy="4105275"/>
          </a:xfrm>
          <a:prstGeom prst="rect">
            <a:avLst/>
          </a:prstGeom>
        </p:spPr>
      </p:pic>
      <p:pic>
        <p:nvPicPr>
          <p:cNvPr id="18" name="bg object 18"/>
          <p:cNvPicPr/>
          <p:nvPr/>
        </p:nvPicPr>
        <p:blipFill>
          <a:blip r:embed="rId9" cstate="print"/>
          <a:stretch>
            <a:fillRect/>
          </a:stretch>
        </p:blipFill>
        <p:spPr>
          <a:xfrm>
            <a:off x="0" y="6124577"/>
            <a:ext cx="12191999" cy="731520"/>
          </a:xfrm>
          <a:prstGeom prst="rect">
            <a:avLst/>
          </a:prstGeom>
        </p:spPr>
      </p:pic>
      <p:sp>
        <p:nvSpPr>
          <p:cNvPr id="2" name="Holder 2"/>
          <p:cNvSpPr>
            <a:spLocks noGrp="1"/>
          </p:cNvSpPr>
          <p:nvPr>
            <p:ph type="title"/>
          </p:nvPr>
        </p:nvSpPr>
        <p:spPr>
          <a:xfrm>
            <a:off x="1070927" y="563668"/>
            <a:ext cx="10061575" cy="1211580"/>
          </a:xfrm>
          <a:prstGeom prst="rect">
            <a:avLst/>
          </a:prstGeom>
        </p:spPr>
        <p:txBody>
          <a:bodyPr wrap="square" lIns="0" tIns="0" rIns="0" bIns="0">
            <a:spAutoFit/>
          </a:bodyPr>
          <a:lstStyle>
            <a:lvl1pPr>
              <a:defRPr sz="395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78739" y="6587822"/>
            <a:ext cx="1756410" cy="291465"/>
          </a:xfrm>
          <a:prstGeom prst="rect">
            <a:avLst/>
          </a:prstGeom>
        </p:spPr>
        <p:txBody>
          <a:bodyPr wrap="square" lIns="0" tIns="0" rIns="0" bIns="0">
            <a:spAutoFit/>
          </a:bodyPr>
          <a:lstStyle>
            <a:lvl1pPr>
              <a:defRPr sz="1800" b="0" i="0">
                <a:solidFill>
                  <a:schemeClr val="tx1"/>
                </a:solidFill>
                <a:latin typeface="Trebuchet MS"/>
                <a:cs typeface="Trebuchet MS"/>
              </a:defRPr>
            </a:lvl1pPr>
          </a:lstStyle>
          <a:p>
            <a:pPr marL="12700">
              <a:lnSpc>
                <a:spcPts val="2135"/>
              </a:lnSpc>
            </a:pPr>
            <a:r>
              <a:rPr spc="65" dirty="0"/>
              <a:t>D</a:t>
            </a:r>
            <a:r>
              <a:rPr spc="95" dirty="0"/>
              <a:t>e</a:t>
            </a:r>
            <a:r>
              <a:rPr spc="-165" dirty="0"/>
              <a:t>pt.</a:t>
            </a:r>
            <a:r>
              <a:rPr spc="-265" dirty="0"/>
              <a:t> </a:t>
            </a:r>
            <a:r>
              <a:rPr spc="5" dirty="0"/>
              <a:t>o</a:t>
            </a:r>
            <a:r>
              <a:rPr spc="-215" dirty="0"/>
              <a:t>f</a:t>
            </a:r>
            <a:r>
              <a:rPr spc="-20" dirty="0"/>
              <a:t> </a:t>
            </a:r>
            <a:r>
              <a:rPr spc="-45" dirty="0"/>
              <a:t>CSE,</a:t>
            </a:r>
            <a:r>
              <a:rPr spc="-190" dirty="0"/>
              <a:t> </a:t>
            </a:r>
            <a:r>
              <a:rPr spc="-5" dirty="0"/>
              <a:t>S</a:t>
            </a:r>
            <a:r>
              <a:rPr spc="30" dirty="0"/>
              <a:t>V</a:t>
            </a:r>
            <a:r>
              <a:rPr spc="-5" dirty="0"/>
              <a:t>IT</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2BA49F76-731C-464A-9092-E9CBCBA06158}" type="datetime1">
              <a:rPr lang="en-US" smtClean="0"/>
              <a:t>9/28/2026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763" y="6122987"/>
            <a:ext cx="186055" cy="12700"/>
          </a:xfrm>
          <a:custGeom>
            <a:avLst/>
            <a:gdLst/>
            <a:ahLst/>
            <a:cxnLst/>
            <a:rect l="l" t="t" r="r" b="b"/>
            <a:pathLst>
              <a:path w="186055" h="12700">
                <a:moveTo>
                  <a:pt x="0" y="12700"/>
                </a:moveTo>
                <a:lnTo>
                  <a:pt x="185736" y="12700"/>
                </a:lnTo>
                <a:lnTo>
                  <a:pt x="185736" y="0"/>
                </a:lnTo>
                <a:lnTo>
                  <a:pt x="0" y="0"/>
                </a:lnTo>
                <a:lnTo>
                  <a:pt x="0" y="1270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 name="object 3"/>
          <p:cNvGrpSpPr/>
          <p:nvPr/>
        </p:nvGrpSpPr>
        <p:grpSpPr>
          <a:xfrm>
            <a:off x="180975" y="180911"/>
            <a:ext cx="12011025" cy="6491351"/>
            <a:chOff x="180975" y="180911"/>
            <a:chExt cx="12011025" cy="6491351"/>
          </a:xfrm>
        </p:grpSpPr>
        <p:sp>
          <p:nvSpPr>
            <p:cNvPr id="4" name="object 4"/>
            <p:cNvSpPr/>
            <p:nvPr/>
          </p:nvSpPr>
          <p:spPr>
            <a:xfrm>
              <a:off x="11915775" y="6122987"/>
              <a:ext cx="276225" cy="12700"/>
            </a:xfrm>
            <a:custGeom>
              <a:avLst/>
              <a:gdLst/>
              <a:ahLst/>
              <a:cxnLst/>
              <a:rect l="l" t="t" r="r" b="b"/>
              <a:pathLst>
                <a:path w="276225" h="12700">
                  <a:moveTo>
                    <a:pt x="0" y="12700"/>
                  </a:moveTo>
                  <a:lnTo>
                    <a:pt x="276225" y="12700"/>
                  </a:lnTo>
                  <a:lnTo>
                    <a:pt x="276225" y="0"/>
                  </a:lnTo>
                  <a:lnTo>
                    <a:pt x="0" y="0"/>
                  </a:lnTo>
                  <a:lnTo>
                    <a:pt x="0" y="1270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5" name="object 5"/>
            <p:cNvPicPr/>
            <p:nvPr/>
          </p:nvPicPr>
          <p:blipFill>
            <a:blip r:embed="rId3" cstate="print"/>
            <a:stretch>
              <a:fillRect/>
            </a:stretch>
          </p:blipFill>
          <p:spPr>
            <a:xfrm>
              <a:off x="180975" y="180911"/>
              <a:ext cx="11739626" cy="6491351"/>
            </a:xfrm>
            <a:prstGeom prst="rect">
              <a:avLst/>
            </a:prstGeom>
          </p:spPr>
        </p:pic>
        <p:sp>
          <p:nvSpPr>
            <p:cNvPr id="6" name="object 6"/>
            <p:cNvSpPr/>
            <p:nvPr/>
          </p:nvSpPr>
          <p:spPr>
            <a:xfrm>
              <a:off x="190500" y="190499"/>
              <a:ext cx="11725275" cy="6477000"/>
            </a:xfrm>
            <a:custGeom>
              <a:avLst/>
              <a:gdLst/>
              <a:ahLst/>
              <a:cxnLst/>
              <a:rect l="l" t="t" r="r" b="b"/>
              <a:pathLst>
                <a:path w="11725275" h="6477000">
                  <a:moveTo>
                    <a:pt x="0" y="6477000"/>
                  </a:moveTo>
                  <a:lnTo>
                    <a:pt x="11725275" y="6477000"/>
                  </a:lnTo>
                  <a:lnTo>
                    <a:pt x="11725275" y="0"/>
                  </a:lnTo>
                  <a:lnTo>
                    <a:pt x="0" y="0"/>
                  </a:lnTo>
                  <a:lnTo>
                    <a:pt x="0" y="6477000"/>
                  </a:lnTo>
                  <a:close/>
                </a:path>
              </a:pathLst>
            </a:custGeom>
            <a:ln w="15875">
              <a:solidFill>
                <a:srgbClr val="001F5F"/>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8" name="object 8"/>
          <p:cNvSpPr txBox="1">
            <a:spLocks noGrp="1"/>
          </p:cNvSpPr>
          <p:nvPr>
            <p:ph type="title"/>
          </p:nvPr>
        </p:nvSpPr>
        <p:spPr>
          <a:xfrm>
            <a:off x="1262195" y="322428"/>
            <a:ext cx="10061575" cy="1019510"/>
          </a:xfrm>
          <a:prstGeom prst="rect">
            <a:avLst/>
          </a:prstGeom>
        </p:spPr>
        <p:txBody>
          <a:bodyPr vert="horz" wrap="square" lIns="0" tIns="237490" rIns="0" bIns="0" rtlCol="0">
            <a:spAutoFit/>
          </a:bodyPr>
          <a:lstStyle/>
          <a:p>
            <a:pPr marL="12700" algn="ctr">
              <a:lnSpc>
                <a:spcPct val="100000"/>
              </a:lnSpc>
              <a:spcBef>
                <a:spcPts val="1870"/>
              </a:spcBef>
            </a:pPr>
            <a:r>
              <a:rPr sz="2800" b="1" spc="-5" dirty="0">
                <a:solidFill>
                  <a:srgbClr val="C00000"/>
                </a:solidFill>
                <a:latin typeface="Times New Roman" panose="02020603050405020304" pitchFamily="18" charset="0"/>
                <a:cs typeface="Times New Roman" panose="02020603050405020304" pitchFamily="18" charset="0"/>
              </a:rPr>
              <a:t>SAI </a:t>
            </a:r>
            <a:r>
              <a:rPr sz="2800" b="1" spc="-65" dirty="0">
                <a:solidFill>
                  <a:srgbClr val="C00000"/>
                </a:solidFill>
                <a:latin typeface="Times New Roman" panose="02020603050405020304" pitchFamily="18" charset="0"/>
                <a:cs typeface="Times New Roman" panose="02020603050405020304" pitchFamily="18" charset="0"/>
              </a:rPr>
              <a:t>VIDYA</a:t>
            </a:r>
            <a:r>
              <a:rPr sz="2800" b="1" spc="-55" dirty="0">
                <a:solidFill>
                  <a:srgbClr val="C00000"/>
                </a:solidFill>
                <a:latin typeface="Times New Roman" panose="02020603050405020304" pitchFamily="18" charset="0"/>
                <a:cs typeface="Times New Roman" panose="02020603050405020304" pitchFamily="18" charset="0"/>
              </a:rPr>
              <a:t> </a:t>
            </a:r>
            <a:r>
              <a:rPr sz="2800" b="1" dirty="0">
                <a:solidFill>
                  <a:srgbClr val="C00000"/>
                </a:solidFill>
                <a:latin typeface="Times New Roman" panose="02020603050405020304" pitchFamily="18" charset="0"/>
                <a:cs typeface="Times New Roman" panose="02020603050405020304" pitchFamily="18" charset="0"/>
              </a:rPr>
              <a:t>INSTITUTE</a:t>
            </a:r>
            <a:r>
              <a:rPr sz="2800" b="1" spc="160" dirty="0">
                <a:solidFill>
                  <a:srgbClr val="C00000"/>
                </a:solidFill>
                <a:latin typeface="Times New Roman" panose="02020603050405020304" pitchFamily="18" charset="0"/>
                <a:cs typeface="Times New Roman" panose="02020603050405020304" pitchFamily="18" charset="0"/>
              </a:rPr>
              <a:t> </a:t>
            </a:r>
            <a:r>
              <a:rPr sz="2800" b="1" spc="10" dirty="0">
                <a:solidFill>
                  <a:srgbClr val="C00000"/>
                </a:solidFill>
                <a:latin typeface="Times New Roman" panose="02020603050405020304" pitchFamily="18" charset="0"/>
                <a:cs typeface="Times New Roman" panose="02020603050405020304" pitchFamily="18" charset="0"/>
              </a:rPr>
              <a:t>OF</a:t>
            </a:r>
            <a:r>
              <a:rPr sz="2800" b="1" spc="-130" dirty="0">
                <a:solidFill>
                  <a:srgbClr val="C00000"/>
                </a:solidFill>
                <a:latin typeface="Times New Roman" panose="02020603050405020304" pitchFamily="18" charset="0"/>
                <a:cs typeface="Times New Roman" panose="02020603050405020304" pitchFamily="18" charset="0"/>
              </a:rPr>
              <a:t> </a:t>
            </a:r>
            <a:r>
              <a:rPr sz="2800" b="1" dirty="0">
                <a:solidFill>
                  <a:srgbClr val="C00000"/>
                </a:solidFill>
                <a:latin typeface="Times New Roman" panose="02020603050405020304" pitchFamily="18" charset="0"/>
                <a:cs typeface="Times New Roman" panose="02020603050405020304" pitchFamily="18" charset="0"/>
              </a:rPr>
              <a:t>TECHNOLOGY</a:t>
            </a:r>
          </a:p>
          <a:p>
            <a:pPr marR="93345" algn="ctr">
              <a:lnSpc>
                <a:spcPct val="100000"/>
              </a:lnSpc>
              <a:spcBef>
                <a:spcPts val="785"/>
              </a:spcBef>
            </a:pPr>
            <a:r>
              <a:rPr sz="1600" b="1" spc="45" dirty="0">
                <a:solidFill>
                  <a:srgbClr val="C00000"/>
                </a:solidFill>
                <a:latin typeface="Times New Roman" panose="02020603050405020304" pitchFamily="18" charset="0"/>
                <a:cs typeface="Times New Roman" panose="02020603050405020304" pitchFamily="18" charset="0"/>
              </a:rPr>
              <a:t>R</a:t>
            </a:r>
            <a:r>
              <a:rPr sz="1600" b="1" spc="-30" dirty="0">
                <a:solidFill>
                  <a:srgbClr val="C00000"/>
                </a:solidFill>
                <a:latin typeface="Times New Roman" panose="02020603050405020304" pitchFamily="18" charset="0"/>
                <a:cs typeface="Times New Roman" panose="02020603050405020304" pitchFamily="18" charset="0"/>
              </a:rPr>
              <a:t>A</a:t>
            </a:r>
            <a:r>
              <a:rPr sz="1600" b="1" spc="45" dirty="0">
                <a:solidFill>
                  <a:srgbClr val="C00000"/>
                </a:solidFill>
                <a:latin typeface="Times New Roman" panose="02020603050405020304" pitchFamily="18" charset="0"/>
                <a:cs typeface="Times New Roman" panose="02020603050405020304" pitchFamily="18" charset="0"/>
              </a:rPr>
              <a:t>J</a:t>
            </a:r>
            <a:r>
              <a:rPr sz="1600" b="1" spc="-30" dirty="0">
                <a:solidFill>
                  <a:srgbClr val="C00000"/>
                </a:solidFill>
                <a:latin typeface="Times New Roman" panose="02020603050405020304" pitchFamily="18" charset="0"/>
                <a:cs typeface="Times New Roman" panose="02020603050405020304" pitchFamily="18" charset="0"/>
              </a:rPr>
              <a:t>A</a:t>
            </a:r>
            <a:r>
              <a:rPr sz="1600" b="1" spc="45" dirty="0">
                <a:solidFill>
                  <a:srgbClr val="C00000"/>
                </a:solidFill>
                <a:latin typeface="Times New Roman" panose="02020603050405020304" pitchFamily="18" charset="0"/>
                <a:cs typeface="Times New Roman" panose="02020603050405020304" pitchFamily="18" charset="0"/>
              </a:rPr>
              <a:t>NU</a:t>
            </a:r>
            <a:r>
              <a:rPr sz="1600" b="1" spc="20" dirty="0">
                <a:solidFill>
                  <a:srgbClr val="C00000"/>
                </a:solidFill>
                <a:latin typeface="Times New Roman" panose="02020603050405020304" pitchFamily="18" charset="0"/>
                <a:cs typeface="Times New Roman" panose="02020603050405020304" pitchFamily="18" charset="0"/>
              </a:rPr>
              <a:t>K</a:t>
            </a:r>
            <a:r>
              <a:rPr sz="1600" b="1" spc="45" dirty="0">
                <a:solidFill>
                  <a:srgbClr val="C00000"/>
                </a:solidFill>
                <a:latin typeface="Times New Roman" panose="02020603050405020304" pitchFamily="18" charset="0"/>
                <a:cs typeface="Times New Roman" panose="02020603050405020304" pitchFamily="18" charset="0"/>
              </a:rPr>
              <a:t>U</a:t>
            </a:r>
            <a:r>
              <a:rPr sz="1600" b="1" spc="-30" dirty="0">
                <a:solidFill>
                  <a:srgbClr val="C00000"/>
                </a:solidFill>
                <a:latin typeface="Times New Roman" panose="02020603050405020304" pitchFamily="18" charset="0"/>
                <a:cs typeface="Times New Roman" panose="02020603050405020304" pitchFamily="18" charset="0"/>
              </a:rPr>
              <a:t>N</a:t>
            </a:r>
            <a:r>
              <a:rPr sz="1600" b="1" spc="-10" dirty="0">
                <a:solidFill>
                  <a:srgbClr val="C00000"/>
                </a:solidFill>
                <a:latin typeface="Times New Roman" panose="02020603050405020304" pitchFamily="18" charset="0"/>
                <a:cs typeface="Times New Roman" panose="02020603050405020304" pitchFamily="18" charset="0"/>
              </a:rPr>
              <a:t>T</a:t>
            </a:r>
            <a:r>
              <a:rPr sz="1600" b="1" spc="-20" dirty="0">
                <a:solidFill>
                  <a:srgbClr val="C00000"/>
                </a:solidFill>
                <a:latin typeface="Times New Roman" panose="02020603050405020304" pitchFamily="18" charset="0"/>
                <a:cs typeface="Times New Roman" panose="02020603050405020304" pitchFamily="18" charset="0"/>
              </a:rPr>
              <a:t>E</a:t>
            </a:r>
            <a:r>
              <a:rPr sz="1600" b="1" spc="5" dirty="0">
                <a:solidFill>
                  <a:srgbClr val="C00000"/>
                </a:solidFill>
                <a:latin typeface="Times New Roman" panose="02020603050405020304" pitchFamily="18" charset="0"/>
                <a:cs typeface="Times New Roman" panose="02020603050405020304" pitchFamily="18" charset="0"/>
              </a:rPr>
              <a:t>,</a:t>
            </a:r>
            <a:r>
              <a:rPr sz="1600" b="1" spc="-110" dirty="0">
                <a:solidFill>
                  <a:srgbClr val="C00000"/>
                </a:solidFill>
                <a:latin typeface="Times New Roman" panose="02020603050405020304" pitchFamily="18" charset="0"/>
                <a:cs typeface="Times New Roman" panose="02020603050405020304" pitchFamily="18" charset="0"/>
              </a:rPr>
              <a:t> </a:t>
            </a:r>
            <a:r>
              <a:rPr sz="1600" b="1" spc="65" dirty="0">
                <a:solidFill>
                  <a:srgbClr val="C00000"/>
                </a:solidFill>
                <a:latin typeface="Times New Roman" panose="02020603050405020304" pitchFamily="18" charset="0"/>
                <a:cs typeface="Times New Roman" panose="02020603050405020304" pitchFamily="18" charset="0"/>
              </a:rPr>
              <a:t>B</a:t>
            </a:r>
            <a:r>
              <a:rPr sz="1600" b="1" spc="-10" dirty="0">
                <a:solidFill>
                  <a:srgbClr val="C00000"/>
                </a:solidFill>
                <a:latin typeface="Times New Roman" panose="02020603050405020304" pitchFamily="18" charset="0"/>
                <a:cs typeface="Times New Roman" panose="02020603050405020304" pitchFamily="18" charset="0"/>
              </a:rPr>
              <a:t>E</a:t>
            </a:r>
            <a:r>
              <a:rPr sz="1600" b="1" spc="45" dirty="0">
                <a:solidFill>
                  <a:srgbClr val="C00000"/>
                </a:solidFill>
                <a:latin typeface="Times New Roman" panose="02020603050405020304" pitchFamily="18" charset="0"/>
                <a:cs typeface="Times New Roman" panose="02020603050405020304" pitchFamily="18" charset="0"/>
              </a:rPr>
              <a:t>N</a:t>
            </a:r>
            <a:r>
              <a:rPr sz="1600" b="1" spc="20" dirty="0">
                <a:solidFill>
                  <a:srgbClr val="C00000"/>
                </a:solidFill>
                <a:latin typeface="Times New Roman" panose="02020603050405020304" pitchFamily="18" charset="0"/>
                <a:cs typeface="Times New Roman" panose="02020603050405020304" pitchFamily="18" charset="0"/>
              </a:rPr>
              <a:t>G</a:t>
            </a:r>
            <a:r>
              <a:rPr sz="1600" b="1" spc="-30" dirty="0">
                <a:solidFill>
                  <a:srgbClr val="C00000"/>
                </a:solidFill>
                <a:latin typeface="Times New Roman" panose="02020603050405020304" pitchFamily="18" charset="0"/>
                <a:cs typeface="Times New Roman" panose="02020603050405020304" pitchFamily="18" charset="0"/>
              </a:rPr>
              <a:t>A</a:t>
            </a:r>
            <a:r>
              <a:rPr sz="1600" b="1" spc="-10" dirty="0">
                <a:solidFill>
                  <a:srgbClr val="C00000"/>
                </a:solidFill>
                <a:latin typeface="Times New Roman" panose="02020603050405020304" pitchFamily="18" charset="0"/>
                <a:cs typeface="Times New Roman" panose="02020603050405020304" pitchFamily="18" charset="0"/>
              </a:rPr>
              <a:t>L</a:t>
            </a:r>
            <a:r>
              <a:rPr sz="1600" b="1" spc="45" dirty="0">
                <a:solidFill>
                  <a:srgbClr val="C00000"/>
                </a:solidFill>
                <a:latin typeface="Times New Roman" panose="02020603050405020304" pitchFamily="18" charset="0"/>
                <a:cs typeface="Times New Roman" panose="02020603050405020304" pitchFamily="18" charset="0"/>
              </a:rPr>
              <a:t>U</a:t>
            </a:r>
            <a:r>
              <a:rPr sz="1600" b="1" spc="-30" dirty="0">
                <a:solidFill>
                  <a:srgbClr val="C00000"/>
                </a:solidFill>
                <a:latin typeface="Times New Roman" panose="02020603050405020304" pitchFamily="18" charset="0"/>
                <a:cs typeface="Times New Roman" panose="02020603050405020304" pitchFamily="18" charset="0"/>
              </a:rPr>
              <a:t>R</a:t>
            </a:r>
            <a:r>
              <a:rPr sz="1600" b="1" spc="15" dirty="0">
                <a:solidFill>
                  <a:srgbClr val="C00000"/>
                </a:solidFill>
                <a:latin typeface="Times New Roman" panose="02020603050405020304" pitchFamily="18" charset="0"/>
                <a:cs typeface="Times New Roman" panose="02020603050405020304" pitchFamily="18" charset="0"/>
              </a:rPr>
              <a:t>U</a:t>
            </a:r>
            <a:r>
              <a:rPr sz="1600" b="1" spc="-105" dirty="0">
                <a:solidFill>
                  <a:srgbClr val="C00000"/>
                </a:solidFill>
                <a:latin typeface="Times New Roman" panose="02020603050405020304" pitchFamily="18" charset="0"/>
                <a:cs typeface="Times New Roman" panose="02020603050405020304" pitchFamily="18" charset="0"/>
              </a:rPr>
              <a:t> </a:t>
            </a:r>
            <a:r>
              <a:rPr sz="1600" b="1" spc="5" dirty="0">
                <a:solidFill>
                  <a:srgbClr val="C00000"/>
                </a:solidFill>
                <a:latin typeface="Times New Roman" panose="02020603050405020304" pitchFamily="18" charset="0"/>
                <a:cs typeface="Times New Roman" panose="02020603050405020304" pitchFamily="18" charset="0"/>
              </a:rPr>
              <a:t>-</a:t>
            </a:r>
            <a:r>
              <a:rPr sz="1600" b="1" spc="-100" dirty="0">
                <a:solidFill>
                  <a:srgbClr val="C00000"/>
                </a:solidFill>
                <a:latin typeface="Times New Roman" panose="02020603050405020304" pitchFamily="18" charset="0"/>
                <a:cs typeface="Times New Roman" panose="02020603050405020304" pitchFamily="18" charset="0"/>
              </a:rPr>
              <a:t> </a:t>
            </a:r>
            <a:r>
              <a:rPr sz="1600" b="1" spc="45" dirty="0">
                <a:solidFill>
                  <a:srgbClr val="C00000"/>
                </a:solidFill>
                <a:latin typeface="Times New Roman" panose="02020603050405020304" pitchFamily="18" charset="0"/>
                <a:cs typeface="Times New Roman" panose="02020603050405020304" pitchFamily="18" charset="0"/>
              </a:rPr>
              <a:t>560</a:t>
            </a:r>
            <a:r>
              <a:rPr lang="en-IN" sz="1600" b="1" spc="45" dirty="0">
                <a:solidFill>
                  <a:srgbClr val="C00000"/>
                </a:solidFill>
                <a:latin typeface="Times New Roman" panose="02020603050405020304" pitchFamily="18" charset="0"/>
                <a:cs typeface="Times New Roman" panose="02020603050405020304" pitchFamily="18" charset="0"/>
              </a:rPr>
              <a:t>119</a:t>
            </a:r>
            <a:endParaRPr sz="1600" b="1" dirty="0">
              <a:solidFill>
                <a:srgbClr val="C0000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2B3461B-F4BE-C9CF-D785-4B5D236C7B32}"/>
              </a:ext>
            </a:extLst>
          </p:cNvPr>
          <p:cNvSpPr txBox="1"/>
          <p:nvPr/>
        </p:nvSpPr>
        <p:spPr>
          <a:xfrm>
            <a:off x="836848" y="1379757"/>
            <a:ext cx="10591800" cy="43088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DEPARTMENT OF COMPUTER SCIENCE AND ENGINEERING</a:t>
            </a:r>
          </a:p>
        </p:txBody>
      </p:sp>
      <p:sp>
        <p:nvSpPr>
          <p:cNvPr id="15" name="TextBox 14">
            <a:extLst>
              <a:ext uri="{FF2B5EF4-FFF2-40B4-BE49-F238E27FC236}">
                <a16:creationId xmlns:a16="http://schemas.microsoft.com/office/drawing/2014/main" id="{821AF314-6AD7-B26E-0BF2-908299474EBC}"/>
              </a:ext>
            </a:extLst>
          </p:cNvPr>
          <p:cNvSpPr txBox="1"/>
          <p:nvPr/>
        </p:nvSpPr>
        <p:spPr>
          <a:xfrm>
            <a:off x="271399" y="1828352"/>
            <a:ext cx="11644376"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C0504D">
                    <a:lumMod val="75000"/>
                  </a:srgbClr>
                </a:solidFill>
                <a:effectLst/>
                <a:uLnTx/>
                <a:uFillTx/>
                <a:latin typeface="Times New Roman" panose="02020603050405020304" pitchFamily="18" charset="0"/>
                <a:ea typeface="+mn-ea"/>
                <a:cs typeface="Times New Roman" panose="02020603050405020304" pitchFamily="18" charset="0"/>
              </a:rPr>
              <a:t>Cryptography and Network Security(</a:t>
            </a:r>
            <a:r>
              <a:rPr kumimoji="0" lang="en-IN" sz="2800" b="1" i="0" u="none" strike="noStrike" kern="1200" cap="none" spc="0" normalizeH="0" baseline="0" noProof="0" dirty="0">
                <a:ln>
                  <a:noFill/>
                </a:ln>
                <a:solidFill>
                  <a:srgbClr val="C0504D">
                    <a:lumMod val="75000"/>
                  </a:srgbClr>
                </a:solidFill>
                <a:effectLst/>
                <a:uLnTx/>
                <a:uFillTx/>
                <a:latin typeface="Times New Roman" panose="02020603050405020304" pitchFamily="18" charset="0"/>
                <a:ea typeface="+mn-ea"/>
                <a:cs typeface="Times New Roman" panose="02020603050405020304" pitchFamily="18" charset="0"/>
              </a:rPr>
              <a:t>BCS703)</a:t>
            </a:r>
            <a:endParaRPr kumimoji="0" lang="en-US" sz="2800" b="1" i="0" u="none" strike="noStrike" kern="1200" cap="none" spc="0" normalizeH="0" baseline="0" noProof="0" dirty="0">
              <a:ln>
                <a:noFill/>
              </a:ln>
              <a:solidFill>
                <a:srgbClr val="C0504D">
                  <a:lumMod val="75000"/>
                </a:srgbClr>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C0504D">
                    <a:lumMod val="75000"/>
                  </a:srgbClr>
                </a:solidFill>
                <a:effectLst/>
                <a:uLnTx/>
                <a:uFillTx/>
                <a:latin typeface="Times New Roman" panose="02020603050405020304" pitchFamily="18" charset="0"/>
                <a:ea typeface="+mn-ea"/>
                <a:cs typeface="Times New Roman" panose="02020603050405020304" pitchFamily="18" charset="0"/>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504D">
                    <a:lumMod val="75000"/>
                  </a:srgbClr>
                </a:solidFill>
                <a:effectLst/>
                <a:uLnTx/>
                <a:uFillTx/>
                <a:latin typeface="Times New Roman" panose="02020603050405020304" pitchFamily="18" charset="0"/>
                <a:ea typeface="+mn-ea"/>
                <a:cs typeface="Times New Roman" panose="02020603050405020304" pitchFamily="18" charset="0"/>
              </a:rPr>
              <a:t>Case Study On</a:t>
            </a:r>
          </a:p>
          <a:p>
            <a:pPr lvl="0" algn="ctr">
              <a:defRPr/>
            </a:pPr>
            <a:r>
              <a:rPr kumimoji="0" lang="en-US" sz="2800" b="1" i="0" u="none" strike="noStrike" kern="1200" cap="none" spc="0" normalizeH="0" baseline="0" noProof="0" dirty="0">
                <a:ln>
                  <a:noFill/>
                </a:ln>
                <a:solidFill>
                  <a:srgbClr val="C0504D">
                    <a:lumMod val="75000"/>
                  </a:srgbClr>
                </a:solidFill>
                <a:effectLst/>
                <a:uLnTx/>
                <a:uFillTx/>
                <a:latin typeface="Times New Roman" panose="02020603050405020304" pitchFamily="18" charset="0"/>
                <a:ea typeface="+mn-ea"/>
                <a:cs typeface="Times New Roman" panose="02020603050405020304" pitchFamily="18" charset="0"/>
              </a:rPr>
              <a:t> </a:t>
            </a:r>
            <a:r>
              <a:rPr lang="en-US" sz="2400" b="1" dirty="0">
                <a:solidFill>
                  <a:srgbClr val="C0504D">
                    <a:lumMod val="75000"/>
                  </a:srgbClr>
                </a:solidFill>
                <a:latin typeface="Times New Roman" panose="02020603050405020304" pitchFamily="18" charset="0"/>
                <a:cs typeface="Times New Roman" panose="02020603050405020304" pitchFamily="18" charset="0"/>
              </a:rPr>
              <a:t>“</a:t>
            </a:r>
            <a:r>
              <a:rPr lang="en-US" sz="2400" b="1" dirty="0">
                <a:solidFill>
                  <a:srgbClr val="002060"/>
                </a:solidFill>
                <a:latin typeface="Times New Roman" panose="02020603050405020304" pitchFamily="18" charset="0"/>
                <a:cs typeface="Times New Roman" panose="02020603050405020304" pitchFamily="18" charset="0"/>
              </a:rPr>
              <a:t>Secure E-Commerce Transactions</a:t>
            </a:r>
            <a:r>
              <a:rPr lang="en-US" sz="2400" b="1" dirty="0">
                <a:solidFill>
                  <a:srgbClr val="C0504D">
                    <a:lumMod val="75000"/>
                  </a:srgbClr>
                </a:solidFill>
                <a:latin typeface="Times New Roman" panose="02020603050405020304" pitchFamily="18" charset="0"/>
                <a:cs typeface="Times New Roman" panose="02020603050405020304" pitchFamily="18" charset="0"/>
              </a:rPr>
              <a:t>”</a:t>
            </a:r>
            <a:endParaRPr kumimoji="0" lang="en-IN" sz="2400" b="1" i="0" u="none" strike="noStrike" kern="1200" cap="none" spc="0" normalizeH="0" baseline="0" noProof="0" dirty="0">
              <a:ln>
                <a:noFill/>
              </a:ln>
              <a:solidFill>
                <a:srgbClr val="C0504D">
                  <a:lumMod val="75000"/>
                </a:srgbClr>
              </a:solidFill>
              <a:effectLst/>
              <a:uLnTx/>
              <a:uFillTx/>
              <a:latin typeface="Times New Roman" panose="02020603050405020304" pitchFamily="18" charset="0"/>
              <a:ea typeface="+mn-ea"/>
              <a:cs typeface="Times New Roman" panose="02020603050405020304" pitchFamily="18" charset="0"/>
            </a:endParaRPr>
          </a:p>
        </p:txBody>
      </p:sp>
      <p:pic>
        <p:nvPicPr>
          <p:cNvPr id="23" name="Picture 22">
            <a:extLst>
              <a:ext uri="{FF2B5EF4-FFF2-40B4-BE49-F238E27FC236}">
                <a16:creationId xmlns:a16="http://schemas.microsoft.com/office/drawing/2014/main" id="{CCDFFC99-47AF-9F4C-B3F8-36AB618BC2C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647255" y="1439323"/>
            <a:ext cx="1014653" cy="646331"/>
          </a:xfrm>
          <a:prstGeom prst="rect">
            <a:avLst/>
          </a:prstGeom>
        </p:spPr>
      </p:pic>
      <p:pic>
        <p:nvPicPr>
          <p:cNvPr id="7" name="image2.jpeg">
            <a:extLst>
              <a:ext uri="{FF2B5EF4-FFF2-40B4-BE49-F238E27FC236}">
                <a16:creationId xmlns:a16="http://schemas.microsoft.com/office/drawing/2014/main" id="{D3CCE130-2D88-767E-C4B8-3C604F9EF7FE}"/>
              </a:ext>
            </a:extLst>
          </p:cNvPr>
          <p:cNvPicPr>
            <a:picLocks noChangeAspect="1"/>
          </p:cNvPicPr>
          <p:nvPr/>
        </p:nvPicPr>
        <p:blipFill>
          <a:blip r:embed="rId5" cstate="print"/>
          <a:stretch>
            <a:fillRect/>
          </a:stretch>
        </p:blipFill>
        <p:spPr>
          <a:xfrm>
            <a:off x="10530348" y="337203"/>
            <a:ext cx="1014652" cy="989739"/>
          </a:xfrm>
          <a:prstGeom prst="rect">
            <a:avLst/>
          </a:prstGeom>
        </p:spPr>
      </p:pic>
      <p:sp>
        <p:nvSpPr>
          <p:cNvPr id="10" name="object 12">
            <a:extLst>
              <a:ext uri="{FF2B5EF4-FFF2-40B4-BE49-F238E27FC236}">
                <a16:creationId xmlns:a16="http://schemas.microsoft.com/office/drawing/2014/main" id="{D8DFB71B-7E34-4C4D-123D-859C5A91993E}"/>
              </a:ext>
            </a:extLst>
          </p:cNvPr>
          <p:cNvSpPr txBox="1"/>
          <p:nvPr/>
        </p:nvSpPr>
        <p:spPr>
          <a:xfrm>
            <a:off x="7717206" y="4243020"/>
            <a:ext cx="3962400" cy="1955022"/>
          </a:xfrm>
          <a:prstGeom prst="rect">
            <a:avLst/>
          </a:prstGeom>
        </p:spPr>
        <p:txBody>
          <a:bodyPr vert="horz" wrap="square" lIns="0" tIns="13335" rIns="0" bIns="0" rtlCol="0">
            <a:spAutoFit/>
          </a:bodyPr>
          <a:lstStyle/>
          <a:p>
            <a:pPr marL="12700" marR="5080" lvl="0" indent="0" algn="ctr" defTabSz="914400" rtl="0" eaLnBrk="1" fontAlgn="auto" latinLnBrk="0" hangingPunct="1">
              <a:lnSpc>
                <a:spcPct val="100000"/>
              </a:lnSpc>
              <a:spcBef>
                <a:spcPts val="105"/>
              </a:spcBef>
              <a:spcAft>
                <a:spcPts val="0"/>
              </a:spcAft>
              <a:buClrTx/>
              <a:buSzTx/>
              <a:buFontTx/>
              <a:buNone/>
              <a:tabLst/>
              <a:defRPr/>
            </a:pPr>
            <a:r>
              <a:rPr kumimoji="0" lang="en-US" sz="2000" b="1" i="0" u="sng" strike="noStrike" kern="1200" cap="none" normalizeH="0" baseline="0" noProof="0" dirty="0">
                <a:ln>
                  <a:noFill/>
                </a:ln>
                <a:solidFill>
                  <a:srgbClr val="001F5F"/>
                </a:solidFill>
                <a:effectLst/>
                <a:uLnTx/>
                <a:uFillTx/>
                <a:latin typeface="Times New Roman" panose="02020603050405020304" pitchFamily="18" charset="0"/>
                <a:ea typeface="+mn-ea"/>
                <a:cs typeface="Times New Roman" panose="02020603050405020304" pitchFamily="18" charset="0"/>
              </a:rPr>
              <a:t>Course Coordinator</a:t>
            </a:r>
            <a:r>
              <a:rPr kumimoji="0" lang="en-US" sz="2000" b="1" i="0" u="none" strike="noStrike" kern="1200" cap="none" spc="-45" normalizeH="0" baseline="0" noProof="0" dirty="0">
                <a:ln>
                  <a:noFill/>
                </a:ln>
                <a:solidFill>
                  <a:srgbClr val="001F5F"/>
                </a:solidFill>
                <a:effectLst/>
                <a:uLnTx/>
                <a:uFillTx/>
                <a:latin typeface="Times New Roman" panose="02020603050405020304" pitchFamily="18" charset="0"/>
                <a:ea typeface="+mn-ea"/>
                <a:cs typeface="Times New Roman" panose="02020603050405020304" pitchFamily="18" charset="0"/>
              </a:rPr>
              <a:t>: </a:t>
            </a:r>
            <a:r>
              <a:rPr kumimoji="0" lang="en-US" sz="2000" b="1" i="0" u="sng" strike="noStrike" kern="1200" cap="none" spc="-45" normalizeH="0" baseline="0" noProof="0" dirty="0">
                <a:ln>
                  <a:noFill/>
                </a:ln>
                <a:solidFill>
                  <a:srgbClr val="001F5F"/>
                </a:solidFill>
                <a:effectLst/>
                <a:uLnTx/>
                <a:uFillTx/>
                <a:latin typeface="Times New Roman" panose="02020603050405020304" pitchFamily="18" charset="0"/>
                <a:ea typeface="+mn-ea"/>
                <a:cs typeface="Times New Roman" panose="02020603050405020304" pitchFamily="18" charset="0"/>
              </a:rPr>
              <a:t> </a:t>
            </a:r>
          </a:p>
          <a:p>
            <a:pPr marL="12700" marR="5080" lvl="0" indent="0" algn="ctr" defTabSz="914400" rtl="0" eaLnBrk="1" fontAlgn="auto" latinLnBrk="0" hangingPunct="1">
              <a:lnSpc>
                <a:spcPct val="100000"/>
              </a:lnSpc>
              <a:spcBef>
                <a:spcPts val="105"/>
              </a:spcBef>
              <a:spcAft>
                <a:spcPts val="0"/>
              </a:spcAft>
              <a:buClrTx/>
              <a:buSzTx/>
              <a:buFontTx/>
              <a:buNone/>
              <a:tabLst/>
              <a:defRPr/>
            </a:pPr>
            <a:r>
              <a:rPr kumimoji="0" lang="en-US" sz="2000" b="1" i="0" strike="noStrike" kern="1200" cap="none" spc="50" normalizeH="0" baseline="0" noProof="0" dirty="0">
                <a:ln>
                  <a:noFill/>
                </a:ln>
                <a:solidFill>
                  <a:srgbClr val="001F5F"/>
                </a:solidFill>
                <a:effectLst/>
                <a:uLnTx/>
                <a:uFillTx/>
                <a:latin typeface="Times New Roman" panose="02020603050405020304" pitchFamily="18" charset="0"/>
                <a:ea typeface="+mn-ea"/>
                <a:cs typeface="Times New Roman" panose="02020603050405020304" pitchFamily="18" charset="0"/>
              </a:rPr>
              <a:t>Dr. Vinod Desai</a:t>
            </a:r>
          </a:p>
          <a:p>
            <a:pPr marL="12700" marR="5080" lvl="0" indent="0" algn="ctr" defTabSz="914400" rtl="0" eaLnBrk="1" fontAlgn="auto" latinLnBrk="0" hangingPunct="1">
              <a:lnSpc>
                <a:spcPct val="100000"/>
              </a:lnSpc>
              <a:spcBef>
                <a:spcPts val="105"/>
              </a:spcBef>
              <a:spcAft>
                <a:spcPts val="0"/>
              </a:spcAft>
              <a:buClrTx/>
              <a:buSzTx/>
              <a:buFontTx/>
              <a:buNone/>
              <a:tabLst/>
              <a:defRPr/>
            </a:pPr>
            <a:r>
              <a:rPr kumimoji="0" lang="en-US" sz="2000" b="1" i="0" u="none" strike="noStrike" kern="1200" cap="none" spc="50" normalizeH="0" baseline="0" noProof="0" dirty="0">
                <a:ln>
                  <a:noFill/>
                </a:ln>
                <a:solidFill>
                  <a:srgbClr val="001F5F"/>
                </a:solidFill>
                <a:effectLst/>
                <a:uLnTx/>
                <a:uFillTx/>
                <a:latin typeface="Times New Roman" panose="02020603050405020304" pitchFamily="18" charset="0"/>
                <a:ea typeface="+mn-ea"/>
                <a:cs typeface="Times New Roman" panose="02020603050405020304" pitchFamily="18" charset="0"/>
              </a:rPr>
              <a:t>Associate Prof</a:t>
            </a:r>
            <a:r>
              <a:rPr lang="en-US" sz="2000" b="1" spc="50" dirty="0" err="1">
                <a:solidFill>
                  <a:srgbClr val="001F5F"/>
                </a:solidFill>
                <a:latin typeface="Times New Roman" panose="02020603050405020304" pitchFamily="18" charset="0"/>
                <a:cs typeface="Times New Roman" panose="02020603050405020304" pitchFamily="18" charset="0"/>
              </a:rPr>
              <a:t>essor</a:t>
            </a:r>
            <a:r>
              <a:rPr kumimoji="0" lang="en-US" sz="2000" b="1" i="0" u="none" strike="noStrike" kern="1200" cap="none" spc="50" normalizeH="0" baseline="0" noProof="0" dirty="0">
                <a:ln>
                  <a:noFill/>
                </a:ln>
                <a:solidFill>
                  <a:srgbClr val="001F5F"/>
                </a:solidFill>
                <a:effectLst/>
                <a:uLnTx/>
                <a:uFillTx/>
                <a:latin typeface="Times New Roman" panose="02020603050405020304" pitchFamily="18" charset="0"/>
                <a:ea typeface="+mn-ea"/>
                <a:cs typeface="Times New Roman" panose="02020603050405020304" pitchFamily="18" charset="0"/>
              </a:rPr>
              <a:t> </a:t>
            </a:r>
          </a:p>
          <a:p>
            <a:pPr marL="12700" marR="5080" lvl="0" indent="0" algn="ctr" defTabSz="914400" rtl="0" eaLnBrk="1" fontAlgn="auto" latinLnBrk="0" hangingPunct="1">
              <a:lnSpc>
                <a:spcPct val="100000"/>
              </a:lnSpc>
              <a:spcBef>
                <a:spcPts val="105"/>
              </a:spcBef>
              <a:spcAft>
                <a:spcPts val="0"/>
              </a:spcAft>
              <a:buClrTx/>
              <a:buSzTx/>
              <a:buFontTx/>
              <a:buNone/>
              <a:tabLst/>
              <a:defRPr/>
            </a:pPr>
            <a:r>
              <a:rPr kumimoji="0" lang="en-US" sz="2000" b="1" i="0" u="none" strike="noStrike" kern="1200" cap="none" spc="50" normalizeH="0" baseline="0" noProof="0" dirty="0">
                <a:ln>
                  <a:noFill/>
                </a:ln>
                <a:solidFill>
                  <a:srgbClr val="001F5F"/>
                </a:solidFill>
                <a:effectLst/>
                <a:uLnTx/>
                <a:uFillTx/>
                <a:latin typeface="Times New Roman" panose="02020603050405020304" pitchFamily="18" charset="0"/>
                <a:ea typeface="+mn-ea"/>
                <a:cs typeface="Times New Roman" panose="02020603050405020304" pitchFamily="18" charset="0"/>
              </a:rPr>
              <a:t>Dept. of CSE,</a:t>
            </a:r>
          </a:p>
          <a:p>
            <a:pPr marL="12700" marR="5080" lvl="0" indent="0" algn="ctr" defTabSz="914400" rtl="0" eaLnBrk="1" fontAlgn="auto" latinLnBrk="0" hangingPunct="1">
              <a:lnSpc>
                <a:spcPct val="100000"/>
              </a:lnSpc>
              <a:spcBef>
                <a:spcPts val="105"/>
              </a:spcBef>
              <a:spcAft>
                <a:spcPts val="0"/>
              </a:spcAft>
              <a:buClrTx/>
              <a:buSzTx/>
              <a:buFontTx/>
              <a:buNone/>
              <a:tabLst/>
              <a:defRPr/>
            </a:pPr>
            <a:r>
              <a:rPr lang="en-US" sz="2000" b="1" spc="50" dirty="0">
                <a:solidFill>
                  <a:srgbClr val="001F5F"/>
                </a:solidFill>
                <a:latin typeface="Times New Roman" panose="02020603050405020304" pitchFamily="18" charset="0"/>
                <a:cs typeface="Times New Roman" panose="02020603050405020304" pitchFamily="18" charset="0"/>
              </a:rPr>
              <a:t>SVIT</a:t>
            </a:r>
            <a:endParaRPr kumimoji="0" lang="en-US" sz="2000" b="1" i="0" u="none" strike="noStrike" kern="1200" cap="none" spc="50" normalizeH="0" baseline="0" noProof="0" dirty="0">
              <a:ln>
                <a:noFill/>
              </a:ln>
              <a:solidFill>
                <a:srgbClr val="001F5F"/>
              </a:solidFill>
              <a:effectLst/>
              <a:uLnTx/>
              <a:uFillTx/>
              <a:latin typeface="Times New Roman" panose="02020603050405020304" pitchFamily="18" charset="0"/>
              <a:ea typeface="+mn-ea"/>
              <a:cs typeface="Times New Roman" panose="02020603050405020304" pitchFamily="18" charset="0"/>
            </a:endParaRPr>
          </a:p>
          <a:p>
            <a:pPr marL="12700" marR="5080" lvl="0" indent="0" algn="ctr" defTabSz="914400" rtl="0" eaLnBrk="1" fontAlgn="auto" latinLnBrk="0" hangingPunct="1">
              <a:lnSpc>
                <a:spcPct val="100000"/>
              </a:lnSpc>
              <a:spcBef>
                <a:spcPts val="105"/>
              </a:spcBef>
              <a:spcAft>
                <a:spcPts val="0"/>
              </a:spcAft>
              <a:buClrTx/>
              <a:buSzTx/>
              <a:buFontTx/>
              <a:buNone/>
              <a:tabLst/>
              <a:defRPr/>
            </a:pPr>
            <a:endParaRPr kumimoji="0" lang="en-US" sz="2000" b="1" i="0" u="sng" strike="noStrike" kern="1200" cap="none" spc="50" normalizeH="0" baseline="0" noProof="0" dirty="0">
              <a:ln>
                <a:noFill/>
              </a:ln>
              <a:solidFill>
                <a:srgbClr val="001F5F"/>
              </a:solidFill>
              <a:effectLst/>
              <a:uLnTx/>
              <a:uFillTx/>
              <a:latin typeface="Times New Roman" panose="02020603050405020304" pitchFamily="18" charset="0"/>
              <a:ea typeface="+mn-ea"/>
              <a:cs typeface="Times New Roman" panose="02020603050405020304" pitchFamily="18" charset="0"/>
            </a:endParaRPr>
          </a:p>
        </p:txBody>
      </p:sp>
      <p:sp>
        <p:nvSpPr>
          <p:cNvPr id="13" name="object 11">
            <a:extLst>
              <a:ext uri="{FF2B5EF4-FFF2-40B4-BE49-F238E27FC236}">
                <a16:creationId xmlns:a16="http://schemas.microsoft.com/office/drawing/2014/main" id="{D8062FFE-7C23-06F5-8D47-A2B7B3E8B6C2}"/>
              </a:ext>
            </a:extLst>
          </p:cNvPr>
          <p:cNvSpPr txBox="1"/>
          <p:nvPr/>
        </p:nvSpPr>
        <p:spPr>
          <a:xfrm>
            <a:off x="993058" y="3839873"/>
            <a:ext cx="5299924" cy="2237600"/>
          </a:xfrm>
          <a:prstGeom prst="rect">
            <a:avLst/>
          </a:prstGeom>
        </p:spPr>
        <p:txBody>
          <a:bodyPr vert="horz" wrap="square" lIns="0" tIns="13335" rIns="0" bIns="0" rtlCol="0">
            <a:spAutoFit/>
          </a:bodyPr>
          <a:lstStyle/>
          <a:p>
            <a:pPr marL="12065" algn="ctr">
              <a:lnSpc>
                <a:spcPts val="2870"/>
              </a:lnSpc>
              <a:spcBef>
                <a:spcPts val="105"/>
              </a:spcBef>
              <a:defRPr/>
            </a:pPr>
            <a:r>
              <a:rPr lang="en-IN" sz="2000" b="1" u="sng" spc="65" dirty="0">
                <a:solidFill>
                  <a:srgbClr val="001F5F"/>
                </a:solidFill>
                <a:latin typeface="Times New Roman" panose="02020603050405020304" pitchFamily="18" charset="0"/>
                <a:cs typeface="Times New Roman" panose="02020603050405020304" pitchFamily="18" charset="0"/>
              </a:rPr>
              <a:t>Team No: 5</a:t>
            </a:r>
            <a:endParaRPr kumimoji="0" lang="en-IN" sz="2000" b="1" i="0" u="sng" strike="noStrike" kern="1200" cap="none" spc="65" normalizeH="0" baseline="0" noProof="0" dirty="0">
              <a:ln>
                <a:noFill/>
              </a:ln>
              <a:solidFill>
                <a:srgbClr val="001F5F"/>
              </a:solidFill>
              <a:effectLst/>
              <a:uLnTx/>
              <a:uFillTx/>
              <a:latin typeface="Times New Roman" panose="02020603050405020304" pitchFamily="18" charset="0"/>
              <a:ea typeface="+mn-ea"/>
              <a:cs typeface="Times New Roman" panose="02020603050405020304" pitchFamily="18" charset="0"/>
            </a:endParaRPr>
          </a:p>
          <a:p>
            <a:pPr marL="12065" marR="0" lvl="0" indent="0" algn="ctr" defTabSz="914400" rtl="0" eaLnBrk="1" fontAlgn="auto" latinLnBrk="0" hangingPunct="1">
              <a:lnSpc>
                <a:spcPts val="2870"/>
              </a:lnSpc>
              <a:spcBef>
                <a:spcPts val="105"/>
              </a:spcBef>
              <a:spcAft>
                <a:spcPts val="0"/>
              </a:spcAft>
              <a:buClrTx/>
              <a:buSzTx/>
              <a:buFontTx/>
              <a:buNone/>
              <a:tabLst/>
              <a:defRPr/>
            </a:pPr>
            <a:r>
              <a:rPr kumimoji="0" lang="en-IN" sz="2000" b="1" i="0" u="sng" strike="noStrike" kern="1200" cap="none" spc="65" normalizeH="0" baseline="0" noProof="0" dirty="0">
                <a:ln>
                  <a:noFill/>
                </a:ln>
                <a:solidFill>
                  <a:srgbClr val="001F5F"/>
                </a:solidFill>
                <a:effectLst/>
                <a:uLnTx/>
                <a:uFillTx/>
                <a:latin typeface="Times New Roman" panose="02020603050405020304" pitchFamily="18" charset="0"/>
                <a:ea typeface="+mn-ea"/>
                <a:cs typeface="Times New Roman" panose="02020603050405020304" pitchFamily="18" charset="0"/>
              </a:rPr>
              <a:t>Presented By</a:t>
            </a:r>
            <a:r>
              <a:rPr kumimoji="0" lang="en-IN" sz="2000" b="1" i="0" u="none" strike="noStrike" kern="1200" cap="none" spc="65" normalizeH="0" baseline="0" noProof="0" dirty="0">
                <a:ln>
                  <a:noFill/>
                </a:ln>
                <a:solidFill>
                  <a:srgbClr val="001F5F"/>
                </a:solidFill>
                <a:effectLst/>
                <a:uLnTx/>
                <a:uFillTx/>
                <a:latin typeface="Times New Roman" panose="02020603050405020304" pitchFamily="18" charset="0"/>
                <a:ea typeface="+mn-ea"/>
                <a:cs typeface="Times New Roman" panose="02020603050405020304" pitchFamily="18" charset="0"/>
              </a:rPr>
              <a:t>:</a:t>
            </a:r>
          </a:p>
          <a:p>
            <a:pPr marL="12065" marR="0" lvl="0" indent="0" algn="ctr" defTabSz="914400" rtl="0" eaLnBrk="1" fontAlgn="auto" latinLnBrk="0" hangingPunct="1">
              <a:lnSpc>
                <a:spcPts val="2870"/>
              </a:lnSpc>
              <a:spcBef>
                <a:spcPts val="105"/>
              </a:spcBef>
              <a:spcAft>
                <a:spcPts val="0"/>
              </a:spcAft>
              <a:buClrTx/>
              <a:buSzTx/>
              <a:buFontTx/>
              <a:buNone/>
              <a:tabLst/>
              <a:defRPr/>
            </a:pPr>
            <a:r>
              <a:rPr lang="en-IN" sz="2000" b="1" dirty="0">
                <a:solidFill>
                  <a:srgbClr val="001F5F"/>
                </a:solidFill>
                <a:latin typeface="Times New Roman" panose="02020603050405020304" pitchFamily="18" charset="0"/>
                <a:cs typeface="Times New Roman" panose="02020603050405020304" pitchFamily="18" charset="0"/>
              </a:rPr>
              <a:t>LEKHANA S B                                </a:t>
            </a:r>
            <a:r>
              <a:rPr kumimoji="0" lang="en-IN" sz="2000" b="1" i="0" u="none" strike="noStrike" kern="1200" cap="none" spc="0" normalizeH="0" baseline="0" noProof="0" dirty="0">
                <a:ln>
                  <a:noFill/>
                </a:ln>
                <a:solidFill>
                  <a:srgbClr val="001F5F"/>
                </a:solidFill>
                <a:effectLst/>
                <a:uLnTx/>
                <a:uFillTx/>
                <a:latin typeface="Times New Roman" panose="02020603050405020304" pitchFamily="18" charset="0"/>
                <a:ea typeface="+mn-ea"/>
                <a:cs typeface="Times New Roman" panose="02020603050405020304" pitchFamily="18" charset="0"/>
              </a:rPr>
              <a:t>1VA23CS087</a:t>
            </a:r>
          </a:p>
          <a:p>
            <a:pPr lvl="0" algn="ctr">
              <a:lnSpc>
                <a:spcPts val="2870"/>
              </a:lnSpc>
              <a:tabLst>
                <a:tab pos="2426970" algn="l"/>
              </a:tabLst>
              <a:defRPr/>
            </a:pPr>
            <a:r>
              <a:rPr lang="en-IN" sz="2000" b="1" dirty="0">
                <a:solidFill>
                  <a:srgbClr val="001F5F"/>
                </a:solidFill>
                <a:latin typeface="Times New Roman" panose="02020603050405020304" pitchFamily="18" charset="0"/>
                <a:cs typeface="Times New Roman" panose="02020603050405020304" pitchFamily="18" charset="0"/>
              </a:rPr>
              <a:t>M ASHOKA                                      </a:t>
            </a:r>
            <a:r>
              <a:rPr kumimoji="0" lang="en-IN" sz="2000" b="1" i="0" u="none" strike="noStrike" kern="1200" cap="none" spc="0" normalizeH="0" baseline="0" noProof="0" dirty="0">
                <a:ln>
                  <a:noFill/>
                </a:ln>
                <a:solidFill>
                  <a:srgbClr val="001F5F"/>
                </a:solidFill>
                <a:effectLst/>
                <a:uLnTx/>
                <a:uFillTx/>
                <a:latin typeface="Times New Roman" panose="02020603050405020304" pitchFamily="18" charset="0"/>
                <a:ea typeface="+mn-ea"/>
                <a:cs typeface="Times New Roman" panose="02020603050405020304" pitchFamily="18" charset="0"/>
              </a:rPr>
              <a:t>1VA23CS088</a:t>
            </a:r>
          </a:p>
          <a:p>
            <a:pPr algn="ctr">
              <a:lnSpc>
                <a:spcPts val="2870"/>
              </a:lnSpc>
              <a:tabLst>
                <a:tab pos="2426970" algn="l"/>
              </a:tabLst>
              <a:defRPr/>
            </a:pPr>
            <a:r>
              <a:rPr lang="en-IN" sz="2000" b="1" dirty="0">
                <a:solidFill>
                  <a:srgbClr val="001F5F"/>
                </a:solidFill>
                <a:latin typeface="Times New Roman" panose="02020603050405020304" pitchFamily="18" charset="0"/>
                <a:cs typeface="Times New Roman" panose="02020603050405020304" pitchFamily="18" charset="0"/>
              </a:rPr>
              <a:t>M SAHANA                                      1VA23CS089</a:t>
            </a:r>
          </a:p>
          <a:p>
            <a:pPr lvl="0" algn="ctr">
              <a:lnSpc>
                <a:spcPts val="2870"/>
              </a:lnSpc>
              <a:tabLst>
                <a:tab pos="2426970" algn="l"/>
              </a:tabLst>
              <a:defRPr/>
            </a:pPr>
            <a:r>
              <a:rPr lang="en-IN" sz="2000" b="1" dirty="0">
                <a:solidFill>
                  <a:srgbClr val="001F5F"/>
                </a:solidFill>
                <a:latin typeface="Times New Roman" panose="02020603050405020304" pitchFamily="18" charset="0"/>
                <a:cs typeface="Times New Roman" panose="02020603050405020304" pitchFamily="18" charset="0"/>
              </a:rPr>
              <a:t>MADHUKESH S                               </a:t>
            </a:r>
            <a:r>
              <a:rPr kumimoji="0" lang="en-IN" sz="2000" b="1" i="0" u="none" strike="noStrike" kern="1200" cap="none" spc="0" normalizeH="0" baseline="0" noProof="0" dirty="0">
                <a:ln>
                  <a:noFill/>
                </a:ln>
                <a:solidFill>
                  <a:srgbClr val="001F5F"/>
                </a:solidFill>
                <a:effectLst/>
                <a:uLnTx/>
                <a:uFillTx/>
                <a:latin typeface="Times New Roman" panose="02020603050405020304" pitchFamily="18" charset="0"/>
                <a:ea typeface="+mn-ea"/>
                <a:cs typeface="Times New Roman" panose="02020603050405020304" pitchFamily="18" charset="0"/>
              </a:rPr>
              <a:t>1VA23CS090</a:t>
            </a:r>
          </a:p>
        </p:txBody>
      </p:sp>
      <p:sp>
        <p:nvSpPr>
          <p:cNvPr id="16" name="Slide Number Placeholder 15">
            <a:extLst>
              <a:ext uri="{FF2B5EF4-FFF2-40B4-BE49-F238E27FC236}">
                <a16:creationId xmlns:a16="http://schemas.microsoft.com/office/drawing/2014/main" id="{57FDF3CD-CFA2-6771-8993-4886F17EB970}"/>
              </a:ext>
            </a:extLst>
          </p:cNvPr>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lang="en-IN" smtClean="0"/>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IN" sz="18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2" name="Picture 11">
            <a:extLst>
              <a:ext uri="{FF2B5EF4-FFF2-40B4-BE49-F238E27FC236}">
                <a16:creationId xmlns:a16="http://schemas.microsoft.com/office/drawing/2014/main" id="{73C348AA-BEC1-843B-DAA3-1CDCFC7567B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2717" y="337203"/>
            <a:ext cx="1131284" cy="9897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p:nvPr/>
        </p:nvSpPr>
        <p:spPr>
          <a:xfrm>
            <a:off x="1374468" y="1088588"/>
            <a:ext cx="9607550" cy="0"/>
          </a:xfrm>
          <a:custGeom>
            <a:avLst/>
            <a:gdLst/>
            <a:ahLst/>
            <a:cxnLst/>
            <a:rect l="l" t="t" r="r" b="b"/>
            <a:pathLst>
              <a:path w="9607550">
                <a:moveTo>
                  <a:pt x="0" y="0"/>
                </a:moveTo>
                <a:lnTo>
                  <a:pt x="9607423" y="0"/>
                </a:lnTo>
              </a:path>
            </a:pathLst>
          </a:custGeom>
          <a:ln w="31750">
            <a:solidFill>
              <a:srgbClr val="B71E42"/>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object 8"/>
          <p:cNvSpPr txBox="1"/>
          <p:nvPr/>
        </p:nvSpPr>
        <p:spPr>
          <a:xfrm>
            <a:off x="457200" y="1120371"/>
            <a:ext cx="10820400" cy="1785745"/>
          </a:xfrm>
          <a:prstGeom prst="rect">
            <a:avLst/>
          </a:prstGeom>
        </p:spPr>
        <p:txBody>
          <a:bodyPr vert="horz" wrap="square" lIns="0" tIns="15875" rIns="0" bIns="0" rtlCol="0">
            <a:spAutoFit/>
          </a:bodyPr>
          <a:lstStyle/>
          <a:p>
            <a:pPr marL="241300" marR="0" lvl="0" indent="-228600" algn="just" defTabSz="914400" rtl="0" eaLnBrk="1" fontAlgn="auto" latinLnBrk="0" hangingPunct="1">
              <a:lnSpc>
                <a:spcPct val="150000"/>
              </a:lnSpc>
              <a:spcBef>
                <a:spcPts val="125"/>
              </a:spcBef>
              <a:spcAft>
                <a:spcPts val="0"/>
              </a:spcAft>
              <a:buClr>
                <a:srgbClr val="B71E42"/>
              </a:buClr>
              <a:buSzTx/>
              <a:buFont typeface="Arial MT"/>
              <a:buChar char="•"/>
              <a:tabLst>
                <a:tab pos="240665" algn="l"/>
                <a:tab pos="241300" algn="l"/>
              </a:tabLst>
              <a:defRPr/>
            </a:pPr>
            <a:endParaRPr kumimoji="0" lang="en-US" sz="2000" b="1" i="0" u="none" strike="noStrike" kern="1200" cap="none" spc="-60" normalizeH="0" baseline="0" noProof="0" dirty="0">
              <a:ln>
                <a:noFill/>
              </a:ln>
              <a:solidFill>
                <a:prstClr val="black"/>
              </a:solidFill>
              <a:effectLst/>
              <a:uLnTx/>
              <a:uFillTx/>
              <a:latin typeface="Trebuchet MS"/>
              <a:ea typeface="+mn-ea"/>
              <a:cs typeface="Trebuchet MS"/>
            </a:endParaRPr>
          </a:p>
          <a:p>
            <a:pPr marL="241300" marR="0" lvl="0" indent="-228600" algn="just" defTabSz="914400" rtl="0" eaLnBrk="1" fontAlgn="auto" latinLnBrk="0" hangingPunct="1">
              <a:lnSpc>
                <a:spcPct val="150000"/>
              </a:lnSpc>
              <a:spcBef>
                <a:spcPts val="1505"/>
              </a:spcBef>
              <a:spcAft>
                <a:spcPts val="0"/>
              </a:spcAft>
              <a:buClr>
                <a:srgbClr val="B71E42"/>
              </a:buClr>
              <a:buSzTx/>
              <a:buFont typeface="Arial MT"/>
              <a:buChar char="•"/>
              <a:tabLst>
                <a:tab pos="240665" algn="l"/>
                <a:tab pos="241300" algn="l"/>
              </a:tabLst>
              <a:defRPr/>
            </a:pPr>
            <a:endParaRPr kumimoji="0" lang="en-US" sz="2000" b="1" i="0" u="none" strike="noStrike" kern="1200" cap="none" spc="0" normalizeH="0" baseline="0" noProof="0" dirty="0">
              <a:ln>
                <a:noFill/>
              </a:ln>
              <a:solidFill>
                <a:prstClr val="black"/>
              </a:solidFill>
              <a:effectLst/>
              <a:uLnTx/>
              <a:uFillTx/>
              <a:latin typeface="Trebuchet MS"/>
              <a:ea typeface="+mn-ea"/>
              <a:cs typeface="Trebuchet MS"/>
            </a:endParaRPr>
          </a:p>
          <a:p>
            <a:pPr marL="241300" marR="0" lvl="0" indent="-228600" algn="just" defTabSz="914400" rtl="0" eaLnBrk="1" fontAlgn="auto" latinLnBrk="0" hangingPunct="1">
              <a:lnSpc>
                <a:spcPct val="150000"/>
              </a:lnSpc>
              <a:spcBef>
                <a:spcPts val="1505"/>
              </a:spcBef>
              <a:spcAft>
                <a:spcPts val="0"/>
              </a:spcAft>
              <a:buClr>
                <a:srgbClr val="B71E42"/>
              </a:buClr>
              <a:buSzTx/>
              <a:buFont typeface="Arial MT"/>
              <a:buChar char="•"/>
              <a:tabLst>
                <a:tab pos="240665" algn="l"/>
                <a:tab pos="241300" algn="l"/>
              </a:tabLst>
              <a:defRPr/>
            </a:pPr>
            <a:endParaRPr kumimoji="0" lang="en-US" sz="2000" b="1" i="0" u="none" strike="noStrike" kern="1200" cap="none" spc="-70" normalizeH="0" baseline="0" noProof="0" dirty="0">
              <a:ln>
                <a:noFill/>
              </a:ln>
              <a:solidFill>
                <a:prstClr val="black"/>
              </a:solidFill>
              <a:effectLst/>
              <a:uLnTx/>
              <a:uFillTx/>
              <a:latin typeface="Trebuchet MS"/>
              <a:ea typeface="+mn-ea"/>
              <a:cs typeface="Trebuchet MS"/>
            </a:endParaRPr>
          </a:p>
        </p:txBody>
      </p:sp>
      <p:grpSp>
        <p:nvGrpSpPr>
          <p:cNvPr id="10" name="object 10"/>
          <p:cNvGrpSpPr/>
          <p:nvPr/>
        </p:nvGrpSpPr>
        <p:grpSpPr>
          <a:xfrm>
            <a:off x="0" y="6534150"/>
            <a:ext cx="12192000" cy="327025"/>
            <a:chOff x="0" y="6534150"/>
            <a:chExt cx="12192000" cy="327025"/>
          </a:xfrm>
        </p:grpSpPr>
        <p:sp>
          <p:nvSpPr>
            <p:cNvPr id="11" name="object 11"/>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pic>
          <p:nvPicPr>
            <p:cNvPr id="12" name="object 12"/>
            <p:cNvPicPr/>
            <p:nvPr/>
          </p:nvPicPr>
          <p:blipFill>
            <a:blip r:embed="rId2" cstate="print"/>
            <a:stretch>
              <a:fillRect/>
            </a:stretch>
          </p:blipFill>
          <p:spPr>
            <a:xfrm>
              <a:off x="104090" y="6640995"/>
              <a:ext cx="1716899" cy="219824"/>
            </a:xfrm>
            <a:prstGeom prst="rect">
              <a:avLst/>
            </a:prstGeom>
          </p:spPr>
        </p:pic>
      </p:grpSp>
      <p:sp>
        <p:nvSpPr>
          <p:cNvPr id="15" name="object 5"/>
          <p:cNvSpPr/>
          <p:nvPr/>
        </p:nvSpPr>
        <p:spPr>
          <a:xfrm>
            <a:off x="-12771" y="30393"/>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Content Placeholder 2"/>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marR="0" lvl="0" indent="-228600" algn="just" defTabSz="914400" rtl="0" eaLnBrk="1" fontAlgn="auto" latinLnBrk="0" hangingPunct="1">
              <a:lnSpc>
                <a:spcPct val="150000"/>
              </a:lnSpc>
              <a:spcBef>
                <a:spcPts val="1510"/>
              </a:spcBef>
              <a:spcAft>
                <a:spcPts val="0"/>
              </a:spcAft>
              <a:buClr>
                <a:srgbClr val="B71E42"/>
              </a:buClr>
              <a:buSzTx/>
              <a:buFont typeface="Arial MT"/>
              <a:buChar char="•"/>
              <a:tabLst>
                <a:tab pos="240665" algn="l"/>
                <a:tab pos="241300" algn="l"/>
              </a:tabLst>
              <a:defRPr/>
            </a:pPr>
            <a:endParaRPr kumimoji="0" lang="en-US" sz="2400" b="1" i="0" u="none" strike="noStrike" kern="1200" cap="none" spc="0" normalizeH="0" baseline="0" noProof="0" dirty="0">
              <a:ln>
                <a:noFill/>
              </a:ln>
              <a:solidFill>
                <a:prstClr val="black"/>
              </a:solidFill>
              <a:effectLst/>
              <a:uLnTx/>
              <a:uFillTx/>
              <a:latin typeface="Trebuchet MS"/>
              <a:ea typeface="+mn-ea"/>
              <a:cs typeface="Trebuchet MS"/>
            </a:endParaRPr>
          </a:p>
        </p:txBody>
      </p:sp>
      <p:sp>
        <p:nvSpPr>
          <p:cNvPr id="5" name="TextBox 4">
            <a:extLst>
              <a:ext uri="{FF2B5EF4-FFF2-40B4-BE49-F238E27FC236}">
                <a16:creationId xmlns:a16="http://schemas.microsoft.com/office/drawing/2014/main" id="{682EE49E-5540-3F14-2081-325B3FA72DA9}"/>
              </a:ext>
            </a:extLst>
          </p:cNvPr>
          <p:cNvSpPr txBox="1"/>
          <p:nvPr/>
        </p:nvSpPr>
        <p:spPr>
          <a:xfrm>
            <a:off x="104090" y="152400"/>
            <a:ext cx="705871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Contents</a:t>
            </a:r>
            <a:endParaRPr kumimoji="0" lang="en-IN" sz="24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4" name="Slide Number Placeholder 3">
            <a:extLst>
              <a:ext uri="{FF2B5EF4-FFF2-40B4-BE49-F238E27FC236}">
                <a16:creationId xmlns:a16="http://schemas.microsoft.com/office/drawing/2014/main" id="{3E712727-AA55-3185-54FB-B9AA5F3C3347}"/>
              </a:ext>
            </a:extLst>
          </p:cNvPr>
          <p:cNvSpPr>
            <a:spLocks noGrp="1"/>
          </p:cNvSpPr>
          <p:nvPr>
            <p:ph type="sldNum" sz="quarter" idx="7"/>
          </p:nvPr>
        </p:nvSpPr>
        <p:spPr>
          <a:xfrm>
            <a:off x="9067800" y="6510521"/>
            <a:ext cx="2804160" cy="276999"/>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IN" sz="1800" b="1" i="0" u="none" strike="noStrike" kern="1200" cap="none" spc="0" normalizeH="0" baseline="0" noProof="0" smtClean="0">
                <a:ln>
                  <a:noFill/>
                </a:ln>
                <a:solidFill>
                  <a:prstClr val="white"/>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endParaRPr>
          </a:p>
        </p:txBody>
      </p:sp>
      <p:sp>
        <p:nvSpPr>
          <p:cNvPr id="14" name="Text Placeholder 2"/>
          <p:cNvSpPr>
            <a:spLocks noGrp="1"/>
          </p:cNvSpPr>
          <p:nvPr>
            <p:ph type="body" idx="1"/>
          </p:nvPr>
        </p:nvSpPr>
        <p:spPr>
          <a:xfrm>
            <a:off x="381000" y="1507424"/>
            <a:ext cx="10972800" cy="4431983"/>
          </a:xfrm>
        </p:spPr>
        <p:txBody>
          <a:bodyPr/>
          <a:lstStyle/>
          <a:p>
            <a:pPr marL="571500" indent="-571500">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Introduction to Case Study</a:t>
            </a:r>
          </a:p>
          <a:p>
            <a:pPr marL="571500" indent="-571500">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Problem Statement </a:t>
            </a:r>
          </a:p>
          <a:p>
            <a:pPr marL="571500" indent="-571500">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Objectives</a:t>
            </a:r>
          </a:p>
          <a:p>
            <a:pPr marL="571500" indent="-571500">
              <a:buFont typeface="Wingdings" panose="05000000000000000000" pitchFamily="2" charset="2"/>
              <a:buChar char="Ø"/>
            </a:pPr>
            <a:r>
              <a:rPr lang="en-IN" sz="3200" dirty="0" err="1">
                <a:latin typeface="Times New Roman" panose="02020603050405020304" pitchFamily="18" charset="0"/>
                <a:cs typeface="Times New Roman" panose="02020603050405020304" pitchFamily="18" charset="0"/>
              </a:rPr>
              <a:t>Crytographic</a:t>
            </a:r>
            <a:r>
              <a:rPr lang="en-IN" sz="3200" dirty="0">
                <a:latin typeface="Times New Roman" panose="02020603050405020304" pitchFamily="18" charset="0"/>
                <a:cs typeface="Times New Roman" panose="02020603050405020304" pitchFamily="18" charset="0"/>
              </a:rPr>
              <a:t> techniques/algorithms used</a:t>
            </a:r>
          </a:p>
          <a:p>
            <a:pPr marL="571500" indent="-571500">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Proposed Solution</a:t>
            </a:r>
          </a:p>
          <a:p>
            <a:pPr marL="571500" indent="-571500">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System/Implementation Details</a:t>
            </a:r>
          </a:p>
          <a:p>
            <a:pPr marL="571500" indent="-571500">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Results and Discussion</a:t>
            </a:r>
          </a:p>
          <a:p>
            <a:pPr marL="571500" indent="-571500">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Conclusion</a:t>
            </a:r>
          </a:p>
          <a:p>
            <a:pPr marL="571500" indent="-571500">
              <a:buFont typeface="Wingdings" panose="05000000000000000000" pitchFamily="2" charset="2"/>
              <a:buChar char="Ø"/>
            </a:pPr>
            <a:r>
              <a:rPr lang="en-IN" sz="3200" dirty="0">
                <a:latin typeface="Times New Roman" panose="02020603050405020304" pitchFamily="18" charset="0"/>
                <a:cs typeface="Times New Roman" panose="02020603050405020304" pitchFamily="18" charset="0"/>
              </a:rPr>
              <a:t>References</a:t>
            </a:r>
          </a:p>
        </p:txBody>
      </p:sp>
      <p:pic>
        <p:nvPicPr>
          <p:cNvPr id="16" name="Pictur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6946" y="37650"/>
            <a:ext cx="915054" cy="87587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3" name="object 3"/>
          <p:cNvSpPr/>
          <p:nvPr/>
        </p:nvSpPr>
        <p:spPr>
          <a:xfrm>
            <a:off x="1374468" y="1088588"/>
            <a:ext cx="9607550" cy="0"/>
          </a:xfrm>
          <a:custGeom>
            <a:avLst/>
            <a:gdLst/>
            <a:ahLst/>
            <a:cxnLst/>
            <a:rect l="l" t="t" r="r" b="b"/>
            <a:pathLst>
              <a:path w="9607550">
                <a:moveTo>
                  <a:pt x="0" y="0"/>
                </a:moveTo>
                <a:lnTo>
                  <a:pt x="9607423" y="0"/>
                </a:lnTo>
              </a:path>
            </a:pathLst>
          </a:custGeom>
          <a:ln w="31750">
            <a:solidFill>
              <a:srgbClr val="B71E42"/>
            </a:solidFill>
          </a:ln>
        </p:spPr>
        <p:txBody>
          <a:bodyPr wrap="square" lIns="0" tIns="0" rIns="0" bIns="0" rtlCol="0"/>
          <a:lstStyle/>
          <a:p>
            <a:endParaRPr/>
          </a:p>
        </p:txBody>
      </p:sp>
      <p:sp>
        <p:nvSpPr>
          <p:cNvPr id="8" name="object 8"/>
          <p:cNvSpPr txBox="1"/>
          <p:nvPr/>
        </p:nvSpPr>
        <p:spPr>
          <a:xfrm>
            <a:off x="457200" y="1120371"/>
            <a:ext cx="10820400" cy="1785745"/>
          </a:xfrm>
          <a:prstGeom prst="rect">
            <a:avLst/>
          </a:prstGeom>
        </p:spPr>
        <p:txBody>
          <a:bodyPr vert="horz" wrap="square" lIns="0" tIns="15875" rIns="0" bIns="0" rtlCol="0">
            <a:spAutoFit/>
          </a:bodyPr>
          <a:lstStyle/>
          <a:p>
            <a:pPr marL="241300" indent="-228600" algn="just">
              <a:lnSpc>
                <a:spcPct val="150000"/>
              </a:lnSpc>
              <a:spcBef>
                <a:spcPts val="125"/>
              </a:spcBef>
              <a:buClr>
                <a:srgbClr val="B71E42"/>
              </a:buClr>
              <a:buFont typeface="Arial MT"/>
              <a:buChar char="•"/>
              <a:tabLst>
                <a:tab pos="240665" algn="l"/>
                <a:tab pos="241300" algn="l"/>
              </a:tabLst>
            </a:pPr>
            <a:endParaRPr lang="en-US" sz="2000" b="1" spc="-60" dirty="0">
              <a:latin typeface="Trebuchet MS"/>
              <a:cs typeface="Trebuchet MS"/>
            </a:endParaRPr>
          </a:p>
          <a:p>
            <a:pPr marL="241300" indent="-228600" algn="just">
              <a:lnSpc>
                <a:spcPct val="150000"/>
              </a:lnSpc>
              <a:spcBef>
                <a:spcPts val="1505"/>
              </a:spcBef>
              <a:buClr>
                <a:srgbClr val="B71E42"/>
              </a:buClr>
              <a:buFont typeface="Arial MT"/>
              <a:buChar char="•"/>
              <a:tabLst>
                <a:tab pos="240665" algn="l"/>
                <a:tab pos="241300" algn="l"/>
              </a:tabLst>
            </a:pPr>
            <a:endParaRPr lang="en-US" sz="2000" b="1" dirty="0">
              <a:latin typeface="Trebuchet MS"/>
              <a:cs typeface="Trebuchet MS"/>
            </a:endParaRPr>
          </a:p>
          <a:p>
            <a:pPr marL="241300" indent="-228600" algn="just">
              <a:lnSpc>
                <a:spcPct val="150000"/>
              </a:lnSpc>
              <a:spcBef>
                <a:spcPts val="1505"/>
              </a:spcBef>
              <a:buClr>
                <a:srgbClr val="B71E42"/>
              </a:buClr>
              <a:buFont typeface="Arial MT"/>
              <a:buChar char="•"/>
              <a:tabLst>
                <a:tab pos="240665" algn="l"/>
                <a:tab pos="241300" algn="l"/>
              </a:tabLst>
            </a:pPr>
            <a:endParaRPr lang="en-US" sz="2000" b="1" spc="-70" dirty="0">
              <a:latin typeface="Trebuchet MS"/>
              <a:cs typeface="Trebuchet MS"/>
            </a:endParaRPr>
          </a:p>
        </p:txBody>
      </p:sp>
      <p:grpSp>
        <p:nvGrpSpPr>
          <p:cNvPr id="10" name="object 10"/>
          <p:cNvGrpSpPr/>
          <p:nvPr/>
        </p:nvGrpSpPr>
        <p:grpSpPr>
          <a:xfrm>
            <a:off x="0" y="6534150"/>
            <a:ext cx="12192000" cy="327025"/>
            <a:chOff x="0" y="6534150"/>
            <a:chExt cx="12192000" cy="327025"/>
          </a:xfrm>
        </p:grpSpPr>
        <p:sp>
          <p:nvSpPr>
            <p:cNvPr id="11" name="object 11"/>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pic>
          <p:nvPicPr>
            <p:cNvPr id="12" name="object 12"/>
            <p:cNvPicPr/>
            <p:nvPr/>
          </p:nvPicPr>
          <p:blipFill>
            <a:blip r:embed="rId2" cstate="print"/>
            <a:stretch>
              <a:fillRect/>
            </a:stretch>
          </p:blipFill>
          <p:spPr>
            <a:xfrm>
              <a:off x="104090" y="6640995"/>
              <a:ext cx="1716899" cy="219824"/>
            </a:xfrm>
            <a:prstGeom prst="rect">
              <a:avLst/>
            </a:prstGeom>
          </p:spPr>
        </p:pic>
      </p:grpSp>
      <p:sp>
        <p:nvSpPr>
          <p:cNvPr id="15" name="object 5"/>
          <p:cNvSpPr/>
          <p:nvPr/>
        </p:nvSpPr>
        <p:spPr>
          <a:xfrm>
            <a:off x="-12771" y="30393"/>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3" name="Content Placeholder 2"/>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sp>
        <p:nvSpPr>
          <p:cNvPr id="5" name="TextBox 4">
            <a:extLst>
              <a:ext uri="{FF2B5EF4-FFF2-40B4-BE49-F238E27FC236}">
                <a16:creationId xmlns:a16="http://schemas.microsoft.com/office/drawing/2014/main" id="{682EE49E-5540-3F14-2081-325B3FA72DA9}"/>
              </a:ext>
            </a:extLst>
          </p:cNvPr>
          <p:cNvSpPr txBox="1"/>
          <p:nvPr/>
        </p:nvSpPr>
        <p:spPr>
          <a:xfrm>
            <a:off x="104090" y="152400"/>
            <a:ext cx="8963710" cy="1015663"/>
          </a:xfrm>
          <a:prstGeom prst="rect">
            <a:avLst/>
          </a:prstGeom>
          <a:noFill/>
        </p:spPr>
        <p:txBody>
          <a:bodyPr wrap="square" rtlCol="0">
            <a:spAutoFit/>
          </a:bodyPr>
          <a:lstStyle/>
          <a:p>
            <a:r>
              <a:rPr lang="en-IN" sz="3200" b="1" dirty="0">
                <a:solidFill>
                  <a:schemeClr val="bg1"/>
                </a:solidFill>
                <a:latin typeface="Times New Roman" panose="02020603050405020304" pitchFamily="18" charset="0"/>
                <a:cs typeface="Times New Roman" panose="02020603050405020304" pitchFamily="18" charset="0"/>
              </a:rPr>
              <a:t>Introduction</a:t>
            </a:r>
          </a:p>
          <a:p>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E712727-AA55-3185-54FB-B9AA5F3C3347}"/>
              </a:ext>
            </a:extLst>
          </p:cNvPr>
          <p:cNvSpPr>
            <a:spLocks noGrp="1"/>
          </p:cNvSpPr>
          <p:nvPr>
            <p:ph type="sldNum" sz="quarter" idx="7"/>
          </p:nvPr>
        </p:nvSpPr>
        <p:spPr>
          <a:xfrm>
            <a:off x="9067800" y="6510521"/>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3</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4" name="Text Placeholder 2">
            <a:extLst>
              <a:ext uri="{FF2B5EF4-FFF2-40B4-BE49-F238E27FC236}">
                <a16:creationId xmlns:a16="http://schemas.microsoft.com/office/drawing/2014/main" id="{AE2411B5-C472-0EEA-B407-D77BDB3782F2}"/>
              </a:ext>
            </a:extLst>
          </p:cNvPr>
          <p:cNvSpPr>
            <a:spLocks noGrp="1"/>
          </p:cNvSpPr>
          <p:nvPr>
            <p:ph type="body" idx="1"/>
          </p:nvPr>
        </p:nvSpPr>
        <p:spPr>
          <a:xfrm>
            <a:off x="228600" y="1295434"/>
            <a:ext cx="11567160" cy="1150123"/>
          </a:xfrm>
        </p:spPr>
        <p:txBody>
          <a:bodyPr/>
          <a:lstStyle/>
          <a:p>
            <a:pPr>
              <a:spcAft>
                <a:spcPts val="500"/>
              </a:spcAft>
              <a:defRPr sz="1100">
                <a:solidFill>
                  <a:srgbClr val="212121"/>
                </a:solidFill>
                <a:latin typeface="Calibri"/>
              </a:defRPr>
            </a:pPr>
            <a:endParaRPr lang="en-US" sz="2000" dirty="0"/>
          </a:p>
          <a:p>
            <a:pPr>
              <a:spcAft>
                <a:spcPts val="500"/>
              </a:spcAft>
              <a:defRPr sz="1100">
                <a:solidFill>
                  <a:srgbClr val="212121"/>
                </a:solidFill>
                <a:latin typeface="Calibri"/>
              </a:defRPr>
            </a:pPr>
            <a:endParaRPr lang="en-US" sz="2000" dirty="0"/>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pic>
        <p:nvPicPr>
          <p:cNvPr id="17" name="Pictur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6946" y="37650"/>
            <a:ext cx="915054" cy="875877"/>
          </a:xfrm>
          <a:prstGeom prst="rect">
            <a:avLst/>
          </a:prstGeom>
        </p:spPr>
      </p:pic>
      <p:sp>
        <p:nvSpPr>
          <p:cNvPr id="6" name="TextBox 5">
            <a:extLst>
              <a:ext uri="{FF2B5EF4-FFF2-40B4-BE49-F238E27FC236}">
                <a16:creationId xmlns:a16="http://schemas.microsoft.com/office/drawing/2014/main" id="{21F6F3D9-D21C-A822-98E9-A3370CAFF8DC}"/>
              </a:ext>
            </a:extLst>
          </p:cNvPr>
          <p:cNvSpPr txBox="1"/>
          <p:nvPr/>
        </p:nvSpPr>
        <p:spPr>
          <a:xfrm>
            <a:off x="104090" y="1159470"/>
            <a:ext cx="11859310" cy="5016758"/>
          </a:xfrm>
          <a:prstGeom prst="rect">
            <a:avLst/>
          </a:prstGeom>
          <a:noFill/>
        </p:spPr>
        <p:txBody>
          <a:bodyPr wrap="square" rtlCol="0">
            <a:spAutoFit/>
          </a:bodyPr>
          <a:lstStyle/>
          <a:p>
            <a:pPr marL="342900" lvl="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 Sensitive data travels over the public internet:</a:t>
            </a:r>
          </a:p>
          <a:p>
            <a:pPr lvl="0" algn="just"/>
            <a:r>
              <a:rPr lang="en-US" sz="2000" dirty="0">
                <a:latin typeface="Times New Roman" panose="02020603050405020304" pitchFamily="18" charset="0"/>
                <a:cs typeface="Times New Roman" panose="02020603050405020304" pitchFamily="18" charset="0"/>
              </a:rPr>
              <a:t> Online shopping exposes card numbers, CVV, and personal details to attackers on the same network. Protecting this data is a core e-commerce requirement .</a:t>
            </a:r>
          </a:p>
          <a:p>
            <a:pPr lvl="0" algn="just"/>
            <a:endParaRPr lang="en-US" sz="2000" dirty="0">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Payments face many realistic attack types:</a:t>
            </a:r>
          </a:p>
          <a:p>
            <a:pPr lvl="0" algn="just"/>
            <a:r>
              <a:rPr lang="en-US" sz="2000" dirty="0">
                <a:latin typeface="Times New Roman" panose="02020603050405020304" pitchFamily="18" charset="0"/>
                <a:cs typeface="Times New Roman" panose="02020603050405020304" pitchFamily="18" charset="0"/>
              </a:rPr>
              <a:t>Attackers can eavesdrop to steal card details, secretly change the amount or items, impersonate a genuine customer, replay old payments, or swap a UPI QR code to redirect money to themselves.</a:t>
            </a:r>
          </a:p>
          <a:p>
            <a:pPr marL="342900" lvl="0" indent="-342900" algn="just">
              <a:buFont typeface="Arial" panose="020B0604020202020204" pitchFamily="34" charset="0"/>
              <a:buChar char="•"/>
            </a:pPr>
            <a:endParaRPr lang="en-US" sz="2000" b="1" dirty="0">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Ø"/>
            </a:pPr>
            <a:r>
              <a:rPr lang="en-US" sz="2000" b="1" dirty="0" err="1">
                <a:latin typeface="Times New Roman" panose="02020603050405020304" pitchFamily="18" charset="0"/>
                <a:cs typeface="Times New Roman" panose="02020603050405020304" pitchFamily="18" charset="0"/>
              </a:rPr>
              <a:t>SecurePay</a:t>
            </a:r>
            <a:r>
              <a:rPr lang="en-US" sz="2000" b="1" dirty="0">
                <a:latin typeface="Times New Roman" panose="02020603050405020304" pitchFamily="18" charset="0"/>
                <a:cs typeface="Times New Roman" panose="02020603050405020304" pitchFamily="18" charset="0"/>
              </a:rPr>
              <a:t> protects the payment at every step:</a:t>
            </a:r>
          </a:p>
          <a:p>
            <a:pPr lvl="0" algn="just"/>
            <a:r>
              <a:rPr lang="en-US" sz="2000" dirty="0">
                <a:latin typeface="Times New Roman" panose="02020603050405020304" pitchFamily="18" charset="0"/>
                <a:cs typeface="Times New Roman" panose="02020603050405020304" pitchFamily="18" charset="0"/>
              </a:rPr>
              <a:t> It is a working secure-checkout prototype: customer orders are digitally signed to guarantee origin and content, then encrypted so only the payment gateway can read them. It supports card payments with bank-style validation and UPI payments with tamper-proof QR codes.</a:t>
            </a:r>
          </a:p>
          <a:p>
            <a:pPr marL="342900" lvl="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The project proves security instead of only claiming it:</a:t>
            </a:r>
            <a:r>
              <a:rPr lang="en-US" sz="2000" dirty="0">
                <a:latin typeface="Times New Roman" panose="02020603050405020304" pitchFamily="18" charset="0"/>
                <a:cs typeface="Times New Roman" panose="02020603050405020304" pitchFamily="18" charset="0"/>
              </a:rPr>
              <a:t>  </a:t>
            </a:r>
          </a:p>
          <a:p>
            <a:pPr lvl="0" algn="just"/>
            <a:r>
              <a:rPr lang="en-US" sz="2000" dirty="0">
                <a:latin typeface="Times New Roman" panose="02020603050405020304" pitchFamily="18" charset="0"/>
                <a:cs typeface="Times New Roman" panose="02020603050405020304" pitchFamily="18" charset="0"/>
              </a:rPr>
              <a:t>An Attack Lab launches six realistic attacks: eavesdropping,</a:t>
            </a:r>
            <a:r>
              <a:rPr lang="en-US" dirty="0"/>
              <a:t> </a:t>
            </a:r>
            <a:r>
              <a:rPr lang="en-US" sz="2000" dirty="0">
                <a:latin typeface="Times New Roman" panose="02020603050405020304" pitchFamily="18" charset="0"/>
                <a:cs typeface="Times New Roman" panose="02020603050405020304" pitchFamily="18" charset="0"/>
              </a:rPr>
              <a:t>tampering, forgery, impersonation, replay, and QR swapping and shows each one being blocked by a specific control.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7476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0DE15-3258-446C-D7B2-DF32DBD6A54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35E9FD7-0006-A244-D8D0-9571242A38AA}"/>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3" name="object 3">
            <a:extLst>
              <a:ext uri="{FF2B5EF4-FFF2-40B4-BE49-F238E27FC236}">
                <a16:creationId xmlns:a16="http://schemas.microsoft.com/office/drawing/2014/main" id="{37141021-58DA-5E0A-F0C6-62BEE67959E0}"/>
              </a:ext>
            </a:extLst>
          </p:cNvPr>
          <p:cNvSpPr/>
          <p:nvPr/>
        </p:nvSpPr>
        <p:spPr>
          <a:xfrm>
            <a:off x="1374468" y="1088588"/>
            <a:ext cx="9607550" cy="0"/>
          </a:xfrm>
          <a:custGeom>
            <a:avLst/>
            <a:gdLst/>
            <a:ahLst/>
            <a:cxnLst/>
            <a:rect l="l" t="t" r="r" b="b"/>
            <a:pathLst>
              <a:path w="9607550">
                <a:moveTo>
                  <a:pt x="0" y="0"/>
                </a:moveTo>
                <a:lnTo>
                  <a:pt x="9607423" y="0"/>
                </a:lnTo>
              </a:path>
            </a:pathLst>
          </a:custGeom>
          <a:ln w="31750">
            <a:solidFill>
              <a:srgbClr val="B71E42"/>
            </a:solidFill>
          </a:ln>
        </p:spPr>
        <p:txBody>
          <a:bodyPr wrap="square" lIns="0" tIns="0" rIns="0" bIns="0" rtlCol="0"/>
          <a:lstStyle/>
          <a:p>
            <a:endParaRPr/>
          </a:p>
        </p:txBody>
      </p:sp>
      <p:sp>
        <p:nvSpPr>
          <p:cNvPr id="8" name="object 8">
            <a:extLst>
              <a:ext uri="{FF2B5EF4-FFF2-40B4-BE49-F238E27FC236}">
                <a16:creationId xmlns:a16="http://schemas.microsoft.com/office/drawing/2014/main" id="{C2171410-1147-64B4-5912-886AAE09E8D5}"/>
              </a:ext>
            </a:extLst>
          </p:cNvPr>
          <p:cNvSpPr txBox="1"/>
          <p:nvPr/>
        </p:nvSpPr>
        <p:spPr>
          <a:xfrm>
            <a:off x="457200" y="1120371"/>
            <a:ext cx="10820400" cy="1785745"/>
          </a:xfrm>
          <a:prstGeom prst="rect">
            <a:avLst/>
          </a:prstGeom>
        </p:spPr>
        <p:txBody>
          <a:bodyPr vert="horz" wrap="square" lIns="0" tIns="15875" rIns="0" bIns="0" rtlCol="0">
            <a:spAutoFit/>
          </a:bodyPr>
          <a:lstStyle/>
          <a:p>
            <a:pPr marL="241300" indent="-228600" algn="just">
              <a:lnSpc>
                <a:spcPct val="150000"/>
              </a:lnSpc>
              <a:spcBef>
                <a:spcPts val="125"/>
              </a:spcBef>
              <a:buClr>
                <a:srgbClr val="B71E42"/>
              </a:buClr>
              <a:buFont typeface="Arial MT"/>
              <a:buChar char="•"/>
              <a:tabLst>
                <a:tab pos="240665" algn="l"/>
                <a:tab pos="241300" algn="l"/>
              </a:tabLst>
            </a:pPr>
            <a:endParaRPr lang="en-US" sz="2000" b="1" spc="-60" dirty="0">
              <a:latin typeface="Trebuchet MS"/>
              <a:cs typeface="Trebuchet MS"/>
            </a:endParaRPr>
          </a:p>
          <a:p>
            <a:pPr marL="241300" indent="-228600" algn="just">
              <a:lnSpc>
                <a:spcPct val="150000"/>
              </a:lnSpc>
              <a:spcBef>
                <a:spcPts val="1505"/>
              </a:spcBef>
              <a:buClr>
                <a:srgbClr val="B71E42"/>
              </a:buClr>
              <a:buFont typeface="Arial MT"/>
              <a:buChar char="•"/>
              <a:tabLst>
                <a:tab pos="240665" algn="l"/>
                <a:tab pos="241300" algn="l"/>
              </a:tabLst>
            </a:pPr>
            <a:endParaRPr lang="en-US" sz="2000" b="1" dirty="0">
              <a:latin typeface="Trebuchet MS"/>
              <a:cs typeface="Trebuchet MS"/>
            </a:endParaRPr>
          </a:p>
          <a:p>
            <a:pPr marL="241300" indent="-228600" algn="just">
              <a:lnSpc>
                <a:spcPct val="150000"/>
              </a:lnSpc>
              <a:spcBef>
                <a:spcPts val="1505"/>
              </a:spcBef>
              <a:buClr>
                <a:srgbClr val="B71E42"/>
              </a:buClr>
              <a:buFont typeface="Arial MT"/>
              <a:buChar char="•"/>
              <a:tabLst>
                <a:tab pos="240665" algn="l"/>
                <a:tab pos="241300" algn="l"/>
              </a:tabLst>
            </a:pPr>
            <a:endParaRPr lang="en-US" sz="2000" b="1" spc="-70" dirty="0">
              <a:latin typeface="Trebuchet MS"/>
              <a:cs typeface="Trebuchet MS"/>
            </a:endParaRPr>
          </a:p>
        </p:txBody>
      </p:sp>
      <p:grpSp>
        <p:nvGrpSpPr>
          <p:cNvPr id="10" name="object 10">
            <a:extLst>
              <a:ext uri="{FF2B5EF4-FFF2-40B4-BE49-F238E27FC236}">
                <a16:creationId xmlns:a16="http://schemas.microsoft.com/office/drawing/2014/main" id="{72E3BAE9-C477-0059-4354-EB8923EA9304}"/>
              </a:ext>
            </a:extLst>
          </p:cNvPr>
          <p:cNvGrpSpPr/>
          <p:nvPr/>
        </p:nvGrpSpPr>
        <p:grpSpPr>
          <a:xfrm>
            <a:off x="0" y="6530975"/>
            <a:ext cx="12192000" cy="327025"/>
            <a:chOff x="0" y="6534150"/>
            <a:chExt cx="12192000" cy="327025"/>
          </a:xfrm>
        </p:grpSpPr>
        <p:sp>
          <p:nvSpPr>
            <p:cNvPr id="11" name="object 11">
              <a:extLst>
                <a:ext uri="{FF2B5EF4-FFF2-40B4-BE49-F238E27FC236}">
                  <a16:creationId xmlns:a16="http://schemas.microsoft.com/office/drawing/2014/main" id="{404978C7-A97A-60AE-A336-279531D7B558}"/>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pic>
          <p:nvPicPr>
            <p:cNvPr id="12" name="object 12">
              <a:extLst>
                <a:ext uri="{FF2B5EF4-FFF2-40B4-BE49-F238E27FC236}">
                  <a16:creationId xmlns:a16="http://schemas.microsoft.com/office/drawing/2014/main" id="{B4E5E875-D4FB-FC16-17CF-81B71A7A8952}"/>
                </a:ext>
              </a:extLst>
            </p:cNvPr>
            <p:cNvPicPr/>
            <p:nvPr/>
          </p:nvPicPr>
          <p:blipFill>
            <a:blip r:embed="rId2" cstate="print"/>
            <a:stretch>
              <a:fillRect/>
            </a:stretch>
          </p:blipFill>
          <p:spPr>
            <a:xfrm>
              <a:off x="104090" y="6640995"/>
              <a:ext cx="1716899" cy="219824"/>
            </a:xfrm>
            <a:prstGeom prst="rect">
              <a:avLst/>
            </a:prstGeom>
          </p:spPr>
        </p:pic>
      </p:grpSp>
      <p:sp>
        <p:nvSpPr>
          <p:cNvPr id="15" name="object 5">
            <a:extLst>
              <a:ext uri="{FF2B5EF4-FFF2-40B4-BE49-F238E27FC236}">
                <a16:creationId xmlns:a16="http://schemas.microsoft.com/office/drawing/2014/main" id="{E0B32E96-018A-120C-59C8-2714D6B1F5DF}"/>
              </a:ext>
            </a:extLst>
          </p:cNvPr>
          <p:cNvSpPr/>
          <p:nvPr/>
        </p:nvSpPr>
        <p:spPr>
          <a:xfrm>
            <a:off x="-12771" y="30393"/>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8DBBC09C-FCF4-88BC-1EB8-2B3A9086512D}"/>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sp>
        <p:nvSpPr>
          <p:cNvPr id="5" name="TextBox 4">
            <a:extLst>
              <a:ext uri="{FF2B5EF4-FFF2-40B4-BE49-F238E27FC236}">
                <a16:creationId xmlns:a16="http://schemas.microsoft.com/office/drawing/2014/main" id="{28D22C24-1D2C-9146-1C96-D7412FE8BE9A}"/>
              </a:ext>
            </a:extLst>
          </p:cNvPr>
          <p:cNvSpPr txBox="1"/>
          <p:nvPr/>
        </p:nvSpPr>
        <p:spPr>
          <a:xfrm>
            <a:off x="104090" y="152400"/>
            <a:ext cx="7058710" cy="584775"/>
          </a:xfrm>
          <a:prstGeom prst="rect">
            <a:avLst/>
          </a:prstGeom>
          <a:noFill/>
        </p:spPr>
        <p:txBody>
          <a:bodyPr wrap="square" rtlCol="0">
            <a:spAutoFit/>
          </a:bodyPr>
          <a:lstStyle/>
          <a:p>
            <a:r>
              <a:rPr lang="en-IN" sz="3200" b="1" dirty="0">
                <a:solidFill>
                  <a:schemeClr val="bg1"/>
                </a:solidFill>
                <a:latin typeface="Times New Roman" panose="02020603050405020304" pitchFamily="18" charset="0"/>
                <a:cs typeface="Times New Roman" panose="02020603050405020304" pitchFamily="18" charset="0"/>
              </a:rPr>
              <a:t>Problem Statement</a:t>
            </a:r>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5A641AE-FA06-6442-64BF-90E15F77EAD7}"/>
              </a:ext>
            </a:extLst>
          </p:cNvPr>
          <p:cNvSpPr>
            <a:spLocks noGrp="1"/>
          </p:cNvSpPr>
          <p:nvPr>
            <p:ph type="sldNum" sz="quarter" idx="7"/>
          </p:nvPr>
        </p:nvSpPr>
        <p:spPr>
          <a:xfrm>
            <a:off x="9067800" y="6510521"/>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4</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6" name="Text Placeholder 2">
            <a:extLst>
              <a:ext uri="{FF2B5EF4-FFF2-40B4-BE49-F238E27FC236}">
                <a16:creationId xmlns:a16="http://schemas.microsoft.com/office/drawing/2014/main" id="{4A79EE0C-C62A-7320-8B53-4F01978C2B0B}"/>
              </a:ext>
            </a:extLst>
          </p:cNvPr>
          <p:cNvSpPr>
            <a:spLocks noGrp="1"/>
          </p:cNvSpPr>
          <p:nvPr>
            <p:ph type="body" idx="1"/>
          </p:nvPr>
        </p:nvSpPr>
        <p:spPr>
          <a:xfrm>
            <a:off x="228273" y="717762"/>
            <a:ext cx="11506200" cy="4955203"/>
          </a:xfrm>
        </p:spPr>
        <p:txBody>
          <a:bodyPr/>
          <a:lstStyle/>
          <a:p>
            <a:pPr algn="just"/>
            <a:endParaRPr lang="en-US" sz="2300" dirty="0">
              <a:latin typeface="Times New Roman" panose="02020603050405020304" pitchFamily="18" charset="0"/>
              <a:cs typeface="Times New Roman" panose="02020603050405020304" pitchFamily="18" charset="0"/>
            </a:endParaRPr>
          </a:p>
          <a:p>
            <a:pPr algn="just"/>
            <a:r>
              <a:rPr lang="en-US" sz="2300" b="1" dirty="0">
                <a:latin typeface="Times New Roman" panose="02020603050405020304" pitchFamily="18" charset="0"/>
                <a:cs typeface="Times New Roman" panose="02020603050405020304" pitchFamily="18" charset="0"/>
              </a:rPr>
              <a:t>"Protect customer payment information and transaction details from cyberattacks during online shopping."</a:t>
            </a:r>
          </a:p>
          <a:p>
            <a:pPr algn="just"/>
            <a:endParaRPr lang="en-US" sz="2300" dirty="0">
              <a:latin typeface="Times New Roman" panose="02020603050405020304" pitchFamily="18" charset="0"/>
              <a:cs typeface="Times New Roman" panose="02020603050405020304" pitchFamily="18" charset="0"/>
            </a:endParaRPr>
          </a:p>
          <a:p>
            <a:pPr algn="just"/>
            <a:r>
              <a:rPr lang="en-US" sz="2300" dirty="0">
                <a:latin typeface="Times New Roman" panose="02020603050405020304" pitchFamily="18" charset="0"/>
                <a:cs typeface="Times New Roman" panose="02020603050405020304" pitchFamily="18" charset="0"/>
              </a:rPr>
              <a:t>Online shoppers send sensitive data card numbers, CVV, and personal details over public networks they do not control, exposing them to attacks. An attacker can eavesdrop, alter the amount or items, impersonate the customer, replay an old payment to charge twice, or swap a UPI QR code to redirect funds. Such attacks are hard for users to notice because a tampered payment can look genuine.</a:t>
            </a:r>
          </a:p>
          <a:p>
            <a:pPr algn="just"/>
            <a:endParaRPr lang="en-US" sz="2300" dirty="0">
              <a:latin typeface="Times New Roman" panose="02020603050405020304" pitchFamily="18" charset="0"/>
              <a:cs typeface="Times New Roman" panose="02020603050405020304" pitchFamily="18" charset="0"/>
            </a:endParaRPr>
          </a:p>
          <a:p>
            <a:pPr algn="just"/>
            <a:r>
              <a:rPr lang="en-US" sz="2300" dirty="0">
                <a:latin typeface="Times New Roman" panose="02020603050405020304" pitchFamily="18" charset="0"/>
                <a:cs typeface="Times New Roman" panose="02020603050405020304" pitchFamily="18" charset="0"/>
              </a:rPr>
              <a:t>The system must guarantee five properties at once: </a:t>
            </a:r>
            <a:r>
              <a:rPr lang="en-US" sz="2300" b="1" dirty="0">
                <a:latin typeface="Times New Roman" panose="02020603050405020304" pitchFamily="18" charset="0"/>
                <a:cs typeface="Times New Roman" panose="02020603050405020304" pitchFamily="18" charset="0"/>
              </a:rPr>
              <a:t>confidentiality </a:t>
            </a:r>
            <a:r>
              <a:rPr lang="en-US" sz="2300" dirty="0">
                <a:latin typeface="Times New Roman" panose="02020603050405020304" pitchFamily="18" charset="0"/>
                <a:cs typeface="Times New Roman" panose="02020603050405020304" pitchFamily="18" charset="0"/>
              </a:rPr>
              <a:t>(only the gateway can read data),</a:t>
            </a:r>
            <a:r>
              <a:rPr lang="en-US" sz="2300" b="1" dirty="0">
                <a:latin typeface="Times New Roman" panose="02020603050405020304" pitchFamily="18" charset="0"/>
                <a:cs typeface="Times New Roman" panose="02020603050405020304" pitchFamily="18" charset="0"/>
              </a:rPr>
              <a:t>integrity</a:t>
            </a:r>
            <a:r>
              <a:rPr lang="en-US" sz="2300" dirty="0">
                <a:latin typeface="Times New Roman" panose="02020603050405020304" pitchFamily="18" charset="0"/>
                <a:cs typeface="Times New Roman" panose="02020603050405020304" pitchFamily="18" charset="0"/>
              </a:rPr>
              <a:t>(any change is detected), </a:t>
            </a:r>
            <a:r>
              <a:rPr lang="en-US" sz="2300" b="1" dirty="0">
                <a:latin typeface="Times New Roman" panose="02020603050405020304" pitchFamily="18" charset="0"/>
                <a:cs typeface="Times New Roman" panose="02020603050405020304" pitchFamily="18" charset="0"/>
              </a:rPr>
              <a:t>authenticity</a:t>
            </a:r>
            <a:r>
              <a:rPr lang="en-US" sz="2300" dirty="0">
                <a:latin typeface="Times New Roman" panose="02020603050405020304" pitchFamily="18" charset="0"/>
                <a:cs typeface="Times New Roman" panose="02020603050405020304" pitchFamily="18" charset="0"/>
              </a:rPr>
              <a:t>(the order truly came from the customer), </a:t>
            </a:r>
            <a:r>
              <a:rPr lang="en-US" sz="2300" b="1" dirty="0">
                <a:latin typeface="Times New Roman" panose="02020603050405020304" pitchFamily="18" charset="0"/>
                <a:cs typeface="Times New Roman" panose="02020603050405020304" pitchFamily="18" charset="0"/>
              </a:rPr>
              <a:t>non-repudiation</a:t>
            </a:r>
            <a:r>
              <a:rPr lang="en-US" sz="2300" dirty="0">
                <a:latin typeface="Times New Roman" panose="02020603050405020304" pitchFamily="18" charset="0"/>
                <a:cs typeface="Times New Roman" panose="02020603050405020304" pitchFamily="18" charset="0"/>
              </a:rPr>
              <a:t>(the customer cannot deny it), and </a:t>
            </a:r>
            <a:r>
              <a:rPr lang="en-US" sz="2300" b="1" dirty="0">
                <a:latin typeface="Times New Roman" panose="02020603050405020304" pitchFamily="18" charset="0"/>
                <a:cs typeface="Times New Roman" panose="02020603050405020304" pitchFamily="18" charset="0"/>
              </a:rPr>
              <a:t>replay protection</a:t>
            </a:r>
            <a:r>
              <a:rPr lang="en-US" sz="2300" dirty="0">
                <a:latin typeface="Times New Roman" panose="02020603050405020304" pitchFamily="18" charset="0"/>
                <a:cs typeface="Times New Roman" panose="02020603050405020304" pitchFamily="18" charset="0"/>
              </a:rPr>
              <a:t>(old payments cannot be reused). </a:t>
            </a:r>
            <a:endParaRPr lang="en-IN" sz="23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37731392-6389-3881-C0B8-8F497FF4FD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6946" y="37650"/>
            <a:ext cx="915054" cy="875877"/>
          </a:xfrm>
          <a:prstGeom prst="rect">
            <a:avLst/>
          </a:prstGeom>
        </p:spPr>
      </p:pic>
    </p:spTree>
    <p:extLst>
      <p:ext uri="{BB962C8B-B14F-4D97-AF65-F5344CB8AC3E}">
        <p14:creationId xmlns:p14="http://schemas.microsoft.com/office/powerpoint/2010/main" val="1733650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C3017-195B-FE1A-39C4-DB26657D7D6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3E5391C-5D2A-AE87-2726-2115DC537A08}"/>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3" name="object 3">
            <a:extLst>
              <a:ext uri="{FF2B5EF4-FFF2-40B4-BE49-F238E27FC236}">
                <a16:creationId xmlns:a16="http://schemas.microsoft.com/office/drawing/2014/main" id="{7ECC867B-56A1-0EF5-FCED-4174F4212B98}"/>
              </a:ext>
            </a:extLst>
          </p:cNvPr>
          <p:cNvSpPr/>
          <p:nvPr/>
        </p:nvSpPr>
        <p:spPr>
          <a:xfrm>
            <a:off x="1374468" y="1088588"/>
            <a:ext cx="9607550" cy="0"/>
          </a:xfrm>
          <a:custGeom>
            <a:avLst/>
            <a:gdLst/>
            <a:ahLst/>
            <a:cxnLst/>
            <a:rect l="l" t="t" r="r" b="b"/>
            <a:pathLst>
              <a:path w="9607550">
                <a:moveTo>
                  <a:pt x="0" y="0"/>
                </a:moveTo>
                <a:lnTo>
                  <a:pt x="9607423" y="0"/>
                </a:lnTo>
              </a:path>
            </a:pathLst>
          </a:custGeom>
          <a:ln w="31750">
            <a:solidFill>
              <a:srgbClr val="B71E42"/>
            </a:solidFill>
          </a:ln>
        </p:spPr>
        <p:txBody>
          <a:bodyPr wrap="square" lIns="0" tIns="0" rIns="0" bIns="0" rtlCol="0"/>
          <a:lstStyle/>
          <a:p>
            <a:endParaRPr/>
          </a:p>
        </p:txBody>
      </p:sp>
      <p:sp>
        <p:nvSpPr>
          <p:cNvPr id="8" name="object 8">
            <a:extLst>
              <a:ext uri="{FF2B5EF4-FFF2-40B4-BE49-F238E27FC236}">
                <a16:creationId xmlns:a16="http://schemas.microsoft.com/office/drawing/2014/main" id="{62517FC4-8BE9-EEB1-572F-51FB99C6791A}"/>
              </a:ext>
            </a:extLst>
          </p:cNvPr>
          <p:cNvSpPr txBox="1"/>
          <p:nvPr/>
        </p:nvSpPr>
        <p:spPr>
          <a:xfrm>
            <a:off x="457200" y="1120371"/>
            <a:ext cx="10820400" cy="1785745"/>
          </a:xfrm>
          <a:prstGeom prst="rect">
            <a:avLst/>
          </a:prstGeom>
        </p:spPr>
        <p:txBody>
          <a:bodyPr vert="horz" wrap="square" lIns="0" tIns="15875" rIns="0" bIns="0" rtlCol="0">
            <a:spAutoFit/>
          </a:bodyPr>
          <a:lstStyle/>
          <a:p>
            <a:pPr marL="241300" indent="-228600" algn="just">
              <a:lnSpc>
                <a:spcPct val="150000"/>
              </a:lnSpc>
              <a:spcBef>
                <a:spcPts val="125"/>
              </a:spcBef>
              <a:buClr>
                <a:srgbClr val="B71E42"/>
              </a:buClr>
              <a:buFont typeface="Arial MT"/>
              <a:buChar char="•"/>
              <a:tabLst>
                <a:tab pos="240665" algn="l"/>
                <a:tab pos="241300" algn="l"/>
              </a:tabLst>
            </a:pPr>
            <a:endParaRPr lang="en-US" sz="2000" b="1" spc="-60" dirty="0">
              <a:latin typeface="Trebuchet MS"/>
              <a:cs typeface="Trebuchet MS"/>
            </a:endParaRPr>
          </a:p>
          <a:p>
            <a:pPr marL="241300" indent="-228600" algn="just">
              <a:lnSpc>
                <a:spcPct val="150000"/>
              </a:lnSpc>
              <a:spcBef>
                <a:spcPts val="1505"/>
              </a:spcBef>
              <a:buClr>
                <a:srgbClr val="B71E42"/>
              </a:buClr>
              <a:buFont typeface="Arial MT"/>
              <a:buChar char="•"/>
              <a:tabLst>
                <a:tab pos="240665" algn="l"/>
                <a:tab pos="241300" algn="l"/>
              </a:tabLst>
            </a:pPr>
            <a:endParaRPr lang="en-US" sz="2000" b="1" dirty="0">
              <a:latin typeface="Trebuchet MS"/>
              <a:cs typeface="Trebuchet MS"/>
            </a:endParaRPr>
          </a:p>
          <a:p>
            <a:pPr marL="241300" indent="-228600" algn="just">
              <a:lnSpc>
                <a:spcPct val="150000"/>
              </a:lnSpc>
              <a:spcBef>
                <a:spcPts val="1505"/>
              </a:spcBef>
              <a:buClr>
                <a:srgbClr val="B71E42"/>
              </a:buClr>
              <a:buFont typeface="Arial MT"/>
              <a:buChar char="•"/>
              <a:tabLst>
                <a:tab pos="240665" algn="l"/>
                <a:tab pos="241300" algn="l"/>
              </a:tabLst>
            </a:pPr>
            <a:endParaRPr lang="en-US" sz="2000" b="1" spc="-70" dirty="0">
              <a:latin typeface="Trebuchet MS"/>
              <a:cs typeface="Trebuchet MS"/>
            </a:endParaRPr>
          </a:p>
        </p:txBody>
      </p:sp>
      <p:grpSp>
        <p:nvGrpSpPr>
          <p:cNvPr id="10" name="object 10">
            <a:extLst>
              <a:ext uri="{FF2B5EF4-FFF2-40B4-BE49-F238E27FC236}">
                <a16:creationId xmlns:a16="http://schemas.microsoft.com/office/drawing/2014/main" id="{DD693D4C-27E2-CA5C-93AC-2804C6F3EA09}"/>
              </a:ext>
            </a:extLst>
          </p:cNvPr>
          <p:cNvGrpSpPr/>
          <p:nvPr/>
        </p:nvGrpSpPr>
        <p:grpSpPr>
          <a:xfrm>
            <a:off x="0" y="6542087"/>
            <a:ext cx="12192000" cy="327025"/>
            <a:chOff x="0" y="6534150"/>
            <a:chExt cx="12192000" cy="327025"/>
          </a:xfrm>
        </p:grpSpPr>
        <p:sp>
          <p:nvSpPr>
            <p:cNvPr id="11" name="object 11">
              <a:extLst>
                <a:ext uri="{FF2B5EF4-FFF2-40B4-BE49-F238E27FC236}">
                  <a16:creationId xmlns:a16="http://schemas.microsoft.com/office/drawing/2014/main" id="{BD85DACC-B091-5421-2720-8C297FED1EFC}"/>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pic>
          <p:nvPicPr>
            <p:cNvPr id="12" name="object 12">
              <a:extLst>
                <a:ext uri="{FF2B5EF4-FFF2-40B4-BE49-F238E27FC236}">
                  <a16:creationId xmlns:a16="http://schemas.microsoft.com/office/drawing/2014/main" id="{56ED76EC-10EE-2C87-020A-4F31D0B340D6}"/>
                </a:ext>
              </a:extLst>
            </p:cNvPr>
            <p:cNvPicPr/>
            <p:nvPr/>
          </p:nvPicPr>
          <p:blipFill>
            <a:blip r:embed="rId2" cstate="print"/>
            <a:stretch>
              <a:fillRect/>
            </a:stretch>
          </p:blipFill>
          <p:spPr>
            <a:xfrm>
              <a:off x="104090" y="6640995"/>
              <a:ext cx="1716899" cy="219824"/>
            </a:xfrm>
            <a:prstGeom prst="rect">
              <a:avLst/>
            </a:prstGeom>
          </p:spPr>
        </p:pic>
      </p:grpSp>
      <p:sp>
        <p:nvSpPr>
          <p:cNvPr id="15" name="object 5">
            <a:extLst>
              <a:ext uri="{FF2B5EF4-FFF2-40B4-BE49-F238E27FC236}">
                <a16:creationId xmlns:a16="http://schemas.microsoft.com/office/drawing/2014/main" id="{65A0C17B-5FE2-BBE3-FDBF-701FE55C9669}"/>
              </a:ext>
            </a:extLst>
          </p:cNvPr>
          <p:cNvSpPr/>
          <p:nvPr/>
        </p:nvSpPr>
        <p:spPr>
          <a:xfrm>
            <a:off x="-12771" y="30393"/>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9EF988A5-D84E-E046-E060-C58042315DD7}"/>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sp>
        <p:nvSpPr>
          <p:cNvPr id="5" name="TextBox 4">
            <a:extLst>
              <a:ext uri="{FF2B5EF4-FFF2-40B4-BE49-F238E27FC236}">
                <a16:creationId xmlns:a16="http://schemas.microsoft.com/office/drawing/2014/main" id="{784A02A2-6305-3EAA-4AC4-A034D549037F}"/>
              </a:ext>
            </a:extLst>
          </p:cNvPr>
          <p:cNvSpPr txBox="1"/>
          <p:nvPr/>
        </p:nvSpPr>
        <p:spPr>
          <a:xfrm>
            <a:off x="104090" y="152400"/>
            <a:ext cx="7058710" cy="584775"/>
          </a:xfrm>
          <a:prstGeom prst="rect">
            <a:avLst/>
          </a:prstGeom>
          <a:noFill/>
        </p:spPr>
        <p:txBody>
          <a:bodyPr wrap="square" rtlCol="0">
            <a:spAutoFit/>
          </a:bodyPr>
          <a:lstStyle/>
          <a:p>
            <a:r>
              <a:rPr lang="en-IN" sz="3200" b="1" dirty="0">
                <a:solidFill>
                  <a:schemeClr val="bg1"/>
                </a:solidFill>
                <a:latin typeface="Times New Roman" panose="02020603050405020304" pitchFamily="18" charset="0"/>
                <a:cs typeface="Times New Roman" panose="02020603050405020304" pitchFamily="18" charset="0"/>
              </a:rPr>
              <a:t>Objectives</a:t>
            </a:r>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90396D5-065D-394C-689B-F16CEC15B770}"/>
              </a:ext>
            </a:extLst>
          </p:cNvPr>
          <p:cNvSpPr>
            <a:spLocks noGrp="1"/>
          </p:cNvSpPr>
          <p:nvPr>
            <p:ph type="sldNum" sz="quarter" idx="7"/>
          </p:nvPr>
        </p:nvSpPr>
        <p:spPr>
          <a:xfrm>
            <a:off x="9067800" y="6510521"/>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5</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6" name="Text Placeholder 2">
            <a:extLst>
              <a:ext uri="{FF2B5EF4-FFF2-40B4-BE49-F238E27FC236}">
                <a16:creationId xmlns:a16="http://schemas.microsoft.com/office/drawing/2014/main" id="{4454626E-1C5C-CDDB-45E6-7D0CB986457B}"/>
              </a:ext>
            </a:extLst>
          </p:cNvPr>
          <p:cNvSpPr>
            <a:spLocks noGrp="1"/>
          </p:cNvSpPr>
          <p:nvPr>
            <p:ph type="body" idx="1"/>
          </p:nvPr>
        </p:nvSpPr>
        <p:spPr>
          <a:xfrm>
            <a:off x="115528" y="846511"/>
            <a:ext cx="11924071" cy="4924425"/>
          </a:xfrm>
        </p:spPr>
        <p:txBody>
          <a:bodyPr/>
          <a:lstStyle/>
          <a:p>
            <a:pPr algn="just"/>
            <a:endParaRPr lang="en-US" sz="20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 Build a complete secure checkout prototype</a:t>
            </a:r>
          </a:p>
          <a:p>
            <a:pPr algn="just"/>
            <a:r>
              <a:rPr lang="en-US" sz="2000" dirty="0">
                <a:latin typeface="Times New Roman" panose="02020603050405020304" pitchFamily="18" charset="0"/>
                <a:cs typeface="Times New Roman" panose="02020603050405020304" pitchFamily="18" charset="0"/>
              </a:rPr>
              <a:t>Develop a working end-to-end e-commerce flow  customer sign-up, shopping, cart, checkout, and payment gateway where the entire transaction is protected by real, industry-standard cryptography</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Guarantee the five security goals in one system.</a:t>
            </a:r>
          </a:p>
          <a:p>
            <a:pPr algn="just"/>
            <a:r>
              <a:rPr lang="en-US" sz="2000" dirty="0">
                <a:latin typeface="Times New Roman" panose="02020603050405020304" pitchFamily="18" charset="0"/>
                <a:cs typeface="Times New Roman" panose="02020603050405020304" pitchFamily="18" charset="0"/>
              </a:rPr>
              <a:t>Ensure every transaction provides confidentiality, integrity, authenticity, non-repudiation, and replay protection at the same time, so  no single attack  reading, tampering, impersonating, or replay can succeed alone.</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Support both major payment rails safely.</a:t>
            </a:r>
          </a:p>
          <a:p>
            <a:pPr algn="just"/>
            <a:r>
              <a:rPr lang="en-US" sz="2000" dirty="0">
                <a:latin typeface="Times New Roman" panose="02020603050405020304" pitchFamily="18" charset="0"/>
                <a:cs typeface="Times New Roman" panose="02020603050405020304" pitchFamily="18" charset="0"/>
              </a:rPr>
              <a:t>Implement card payments  with live card validation and bank-style authorization  and by UPI payments with signed tamper evident QR code, showing that the same security model protects both ends</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Prove the protection by attacking it</a:t>
            </a:r>
            <a:r>
              <a:rPr lang="en-US" sz="2000" dirty="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Launch realistic attacks :eavesdropping </a:t>
            </a:r>
            <a:r>
              <a:rPr lang="en-US"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tampering, forgery, impersonation, replay, and QR-swapping and demonstrate that each one is detected and blocked by a specific cryptographic control.</a:t>
            </a:r>
            <a:endParaRPr lang="en-IN" sz="20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B05B73F6-A47B-81FA-B7A7-08F2B25B91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6946" y="37650"/>
            <a:ext cx="915054" cy="875877"/>
          </a:xfrm>
          <a:prstGeom prst="rect">
            <a:avLst/>
          </a:prstGeom>
        </p:spPr>
      </p:pic>
    </p:spTree>
    <p:extLst>
      <p:ext uri="{BB962C8B-B14F-4D97-AF65-F5344CB8AC3E}">
        <p14:creationId xmlns:p14="http://schemas.microsoft.com/office/powerpoint/2010/main" val="2626281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61990-F628-8907-541E-E487112447C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BF35152-E13D-A975-774F-8C6A20F191E9}"/>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3" name="object 3">
            <a:extLst>
              <a:ext uri="{FF2B5EF4-FFF2-40B4-BE49-F238E27FC236}">
                <a16:creationId xmlns:a16="http://schemas.microsoft.com/office/drawing/2014/main" id="{619F203B-590D-D9C3-704A-0F4F3CEC85C3}"/>
              </a:ext>
            </a:extLst>
          </p:cNvPr>
          <p:cNvSpPr/>
          <p:nvPr/>
        </p:nvSpPr>
        <p:spPr>
          <a:xfrm>
            <a:off x="1374468" y="1088588"/>
            <a:ext cx="9607550" cy="0"/>
          </a:xfrm>
          <a:custGeom>
            <a:avLst/>
            <a:gdLst/>
            <a:ahLst/>
            <a:cxnLst/>
            <a:rect l="l" t="t" r="r" b="b"/>
            <a:pathLst>
              <a:path w="9607550">
                <a:moveTo>
                  <a:pt x="0" y="0"/>
                </a:moveTo>
                <a:lnTo>
                  <a:pt x="9607423" y="0"/>
                </a:lnTo>
              </a:path>
            </a:pathLst>
          </a:custGeom>
          <a:ln w="31750">
            <a:solidFill>
              <a:srgbClr val="B71E42"/>
            </a:solidFill>
          </a:ln>
        </p:spPr>
        <p:txBody>
          <a:bodyPr wrap="square" lIns="0" tIns="0" rIns="0" bIns="0" rtlCol="0"/>
          <a:lstStyle/>
          <a:p>
            <a:endParaRPr/>
          </a:p>
        </p:txBody>
      </p:sp>
      <p:sp>
        <p:nvSpPr>
          <p:cNvPr id="8" name="object 8">
            <a:extLst>
              <a:ext uri="{FF2B5EF4-FFF2-40B4-BE49-F238E27FC236}">
                <a16:creationId xmlns:a16="http://schemas.microsoft.com/office/drawing/2014/main" id="{0D80B59D-058F-B62D-9C16-5215EE325DA0}"/>
              </a:ext>
            </a:extLst>
          </p:cNvPr>
          <p:cNvSpPr txBox="1"/>
          <p:nvPr/>
        </p:nvSpPr>
        <p:spPr>
          <a:xfrm>
            <a:off x="457200" y="1120371"/>
            <a:ext cx="10820400" cy="1785745"/>
          </a:xfrm>
          <a:prstGeom prst="rect">
            <a:avLst/>
          </a:prstGeom>
        </p:spPr>
        <p:txBody>
          <a:bodyPr vert="horz" wrap="square" lIns="0" tIns="15875" rIns="0" bIns="0" rtlCol="0">
            <a:spAutoFit/>
          </a:bodyPr>
          <a:lstStyle/>
          <a:p>
            <a:pPr marL="241300" indent="-228600" algn="just">
              <a:lnSpc>
                <a:spcPct val="150000"/>
              </a:lnSpc>
              <a:spcBef>
                <a:spcPts val="125"/>
              </a:spcBef>
              <a:buClr>
                <a:srgbClr val="B71E42"/>
              </a:buClr>
              <a:buFont typeface="Arial MT"/>
              <a:buChar char="•"/>
              <a:tabLst>
                <a:tab pos="240665" algn="l"/>
                <a:tab pos="241300" algn="l"/>
              </a:tabLst>
            </a:pPr>
            <a:endParaRPr lang="en-US" sz="2000" b="1" spc="-60" dirty="0">
              <a:latin typeface="Trebuchet MS"/>
              <a:cs typeface="Trebuchet MS"/>
            </a:endParaRPr>
          </a:p>
          <a:p>
            <a:pPr marL="241300" indent="-228600" algn="just">
              <a:lnSpc>
                <a:spcPct val="150000"/>
              </a:lnSpc>
              <a:spcBef>
                <a:spcPts val="1505"/>
              </a:spcBef>
              <a:buClr>
                <a:srgbClr val="B71E42"/>
              </a:buClr>
              <a:buFont typeface="Arial MT"/>
              <a:buChar char="•"/>
              <a:tabLst>
                <a:tab pos="240665" algn="l"/>
                <a:tab pos="241300" algn="l"/>
              </a:tabLst>
            </a:pPr>
            <a:endParaRPr lang="en-US" sz="2000" b="1" dirty="0">
              <a:latin typeface="Trebuchet MS"/>
              <a:cs typeface="Trebuchet MS"/>
            </a:endParaRPr>
          </a:p>
          <a:p>
            <a:pPr marL="241300" indent="-228600" algn="just">
              <a:lnSpc>
                <a:spcPct val="150000"/>
              </a:lnSpc>
              <a:spcBef>
                <a:spcPts val="1505"/>
              </a:spcBef>
              <a:buClr>
                <a:srgbClr val="B71E42"/>
              </a:buClr>
              <a:buFont typeface="Arial MT"/>
              <a:buChar char="•"/>
              <a:tabLst>
                <a:tab pos="240665" algn="l"/>
                <a:tab pos="241300" algn="l"/>
              </a:tabLst>
            </a:pPr>
            <a:endParaRPr lang="en-US" sz="2000" b="1" spc="-70" dirty="0">
              <a:latin typeface="Trebuchet MS"/>
              <a:cs typeface="Trebuchet MS"/>
            </a:endParaRPr>
          </a:p>
        </p:txBody>
      </p:sp>
      <p:grpSp>
        <p:nvGrpSpPr>
          <p:cNvPr id="10" name="object 10">
            <a:extLst>
              <a:ext uri="{FF2B5EF4-FFF2-40B4-BE49-F238E27FC236}">
                <a16:creationId xmlns:a16="http://schemas.microsoft.com/office/drawing/2014/main" id="{E195ADE8-2D74-01D8-A630-A039523B7765}"/>
              </a:ext>
            </a:extLst>
          </p:cNvPr>
          <p:cNvGrpSpPr/>
          <p:nvPr/>
        </p:nvGrpSpPr>
        <p:grpSpPr>
          <a:xfrm>
            <a:off x="0" y="6530975"/>
            <a:ext cx="12192000" cy="327025"/>
            <a:chOff x="0" y="6534150"/>
            <a:chExt cx="12192000" cy="327025"/>
          </a:xfrm>
        </p:grpSpPr>
        <p:sp>
          <p:nvSpPr>
            <p:cNvPr id="11" name="object 11">
              <a:extLst>
                <a:ext uri="{FF2B5EF4-FFF2-40B4-BE49-F238E27FC236}">
                  <a16:creationId xmlns:a16="http://schemas.microsoft.com/office/drawing/2014/main" id="{CAEE82C4-4110-33CB-8D40-8E0338EA853A}"/>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pic>
          <p:nvPicPr>
            <p:cNvPr id="12" name="object 12">
              <a:extLst>
                <a:ext uri="{FF2B5EF4-FFF2-40B4-BE49-F238E27FC236}">
                  <a16:creationId xmlns:a16="http://schemas.microsoft.com/office/drawing/2014/main" id="{8AD600E2-73A9-B996-BC4E-EAFC19027E82}"/>
                </a:ext>
              </a:extLst>
            </p:cNvPr>
            <p:cNvPicPr/>
            <p:nvPr/>
          </p:nvPicPr>
          <p:blipFill>
            <a:blip r:embed="rId2" cstate="print"/>
            <a:stretch>
              <a:fillRect/>
            </a:stretch>
          </p:blipFill>
          <p:spPr>
            <a:xfrm>
              <a:off x="104090" y="6640995"/>
              <a:ext cx="1716899" cy="219824"/>
            </a:xfrm>
            <a:prstGeom prst="rect">
              <a:avLst/>
            </a:prstGeom>
          </p:spPr>
        </p:pic>
      </p:grpSp>
      <p:sp>
        <p:nvSpPr>
          <p:cNvPr id="15" name="object 5">
            <a:extLst>
              <a:ext uri="{FF2B5EF4-FFF2-40B4-BE49-F238E27FC236}">
                <a16:creationId xmlns:a16="http://schemas.microsoft.com/office/drawing/2014/main" id="{53CC42C0-AEE6-5F0E-7C27-715965A9C06A}"/>
              </a:ext>
            </a:extLst>
          </p:cNvPr>
          <p:cNvSpPr/>
          <p:nvPr/>
        </p:nvSpPr>
        <p:spPr>
          <a:xfrm>
            <a:off x="-12771" y="30393"/>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CC76CD57-2048-7548-8168-9EAEC4C9205D}"/>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sp>
        <p:nvSpPr>
          <p:cNvPr id="5" name="TextBox 4">
            <a:extLst>
              <a:ext uri="{FF2B5EF4-FFF2-40B4-BE49-F238E27FC236}">
                <a16:creationId xmlns:a16="http://schemas.microsoft.com/office/drawing/2014/main" id="{E6A38BAF-1E02-DCAD-0476-A5B5B901F871}"/>
              </a:ext>
            </a:extLst>
          </p:cNvPr>
          <p:cNvSpPr txBox="1"/>
          <p:nvPr/>
        </p:nvSpPr>
        <p:spPr>
          <a:xfrm>
            <a:off x="104090" y="152400"/>
            <a:ext cx="7058710" cy="584775"/>
          </a:xfrm>
          <a:prstGeom prst="rect">
            <a:avLst/>
          </a:prstGeom>
          <a:noFill/>
        </p:spPr>
        <p:txBody>
          <a:bodyPr wrap="square" rtlCol="0">
            <a:spAutoFit/>
          </a:bodyPr>
          <a:lstStyle/>
          <a:p>
            <a:r>
              <a:rPr lang="en-IN" sz="3200" b="1" dirty="0">
                <a:solidFill>
                  <a:schemeClr val="bg1"/>
                </a:solidFill>
                <a:latin typeface="Times New Roman" panose="02020603050405020304" pitchFamily="18" charset="0"/>
                <a:cs typeface="Times New Roman" panose="02020603050405020304" pitchFamily="18" charset="0"/>
              </a:rPr>
              <a:t>Techniques/Algorithms Used</a:t>
            </a:r>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1ABAFD7-D2BD-0BF3-820D-FAC9F6C0D374}"/>
              </a:ext>
            </a:extLst>
          </p:cNvPr>
          <p:cNvSpPr>
            <a:spLocks noGrp="1"/>
          </p:cNvSpPr>
          <p:nvPr>
            <p:ph type="sldNum" sz="quarter" idx="7"/>
          </p:nvPr>
        </p:nvSpPr>
        <p:spPr>
          <a:xfrm>
            <a:off x="9067800" y="6510521"/>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6</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6" name="Text Placeholder 2">
            <a:extLst>
              <a:ext uri="{FF2B5EF4-FFF2-40B4-BE49-F238E27FC236}">
                <a16:creationId xmlns:a16="http://schemas.microsoft.com/office/drawing/2014/main" id="{3D349BDE-192D-56C5-073A-A775BF1FFAA8}"/>
              </a:ext>
            </a:extLst>
          </p:cNvPr>
          <p:cNvSpPr>
            <a:spLocks noGrp="1"/>
          </p:cNvSpPr>
          <p:nvPr>
            <p:ph type="body" idx="1"/>
          </p:nvPr>
        </p:nvSpPr>
        <p:spPr>
          <a:xfrm>
            <a:off x="123754" y="844020"/>
            <a:ext cx="11839645" cy="5262979"/>
          </a:xfrm>
        </p:spPr>
        <p:txBody>
          <a:bodyPr/>
          <a:lstStyle/>
          <a:p>
            <a:pPr marL="342900" indent="-342900" algn="just">
              <a:buFont typeface="Wingdings" panose="05000000000000000000" pitchFamily="2" charset="2"/>
              <a:buChar char="Ø"/>
            </a:pPr>
            <a:endParaRPr lang="en-US" sz="19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 Hybrid Encryption — AES-256 + RSA-2048 (OAEP).</a:t>
            </a:r>
          </a:p>
          <a:p>
            <a:pPr algn="just"/>
            <a:r>
              <a:rPr lang="en-US" sz="1900" dirty="0">
                <a:latin typeface="Times New Roman" panose="02020603050405020304" pitchFamily="18" charset="0"/>
                <a:cs typeface="Times New Roman" panose="02020603050405020304" pitchFamily="18" charset="0"/>
              </a:rPr>
              <a:t>Order is encrypted with a fresh AES-256 key and that AES key itself is locked with the gateway's RSA public key so only the gateway can unlock it</a:t>
            </a:r>
            <a:r>
              <a:rPr lang="en-US" dirty="0"/>
              <a:t> .This provides confidentiality even a captured payment stays unreadable.</a:t>
            </a:r>
            <a:endParaRPr lang="en-US" sz="19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19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 Digital Signature — RSA-PSS with SHA-256.</a:t>
            </a:r>
          </a:p>
          <a:p>
            <a:pPr algn="just"/>
            <a:r>
              <a:rPr lang="en-US" sz="1900" dirty="0">
                <a:latin typeface="Times New Roman" panose="02020603050405020304" pitchFamily="18" charset="0"/>
                <a:cs typeface="Times New Roman" panose="02020603050405020304" pitchFamily="18" charset="0"/>
              </a:rPr>
              <a:t>The customer signs the order with their private key before sending it. The gateway verifies the signature with the customer's public key, proving the order is genuine and untouched. This provides authenticity and non-repudiation the customer cannot deny the payment.</a:t>
            </a:r>
          </a:p>
          <a:p>
            <a:pPr marL="342900" indent="-342900" algn="just">
              <a:buFont typeface="Wingdings" panose="05000000000000000000" pitchFamily="2" charset="2"/>
              <a:buChar char="Ø"/>
            </a:pPr>
            <a:endParaRPr lang="en-US" sz="19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 Integrity Checks — SHA-256 and HMAC-SHA256.</a:t>
            </a:r>
          </a:p>
          <a:p>
            <a:pPr algn="just"/>
            <a:r>
              <a:rPr lang="en-US" sz="1900" dirty="0">
                <a:latin typeface="Times New Roman" panose="02020603050405020304" pitchFamily="18" charset="0"/>
                <a:cs typeface="Times New Roman" panose="02020603050405020304" pitchFamily="18" charset="0"/>
              </a:rPr>
              <a:t>A SHA-256 hash of the payload gives a tamper-evident fingerprint of the order, and an HMAC-SHA256 seal protects the payment token. If an attacker changes even one byte, the checks fail and the payment is rejected  providing integrity and replay detection</a:t>
            </a:r>
          </a:p>
          <a:p>
            <a:pPr marL="342900" indent="-342900" algn="just">
              <a:buFont typeface="Wingdings" panose="05000000000000000000" pitchFamily="2" charset="2"/>
              <a:buChar char="Ø"/>
            </a:pPr>
            <a:endParaRPr lang="en-US" sz="19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 Safe Storage &amp; Card Validation — PBKDF2 + Luhn.</a:t>
            </a:r>
          </a:p>
          <a:p>
            <a:pPr algn="just"/>
            <a:r>
              <a:rPr lang="en-US" sz="1900" dirty="0">
                <a:latin typeface="Times New Roman" panose="02020603050405020304" pitchFamily="18" charset="0"/>
                <a:cs typeface="Times New Roman" panose="02020603050405020304" pitchFamily="18" charset="0"/>
              </a:rPr>
              <a:t>passwords are never stored only salted PBKDF2 hashes (200,000 iterations), so even the database leaks no passwords. At entry, every card number is verified with the Luhn checksum before the simulated bank authorizes the payment.</a:t>
            </a:r>
            <a:endParaRPr lang="en-IN" sz="19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FBDB1197-2DD1-B231-9889-2AE1462617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6946" y="37650"/>
            <a:ext cx="915054" cy="875877"/>
          </a:xfrm>
          <a:prstGeom prst="rect">
            <a:avLst/>
          </a:prstGeom>
        </p:spPr>
      </p:pic>
    </p:spTree>
    <p:extLst>
      <p:ext uri="{BB962C8B-B14F-4D97-AF65-F5344CB8AC3E}">
        <p14:creationId xmlns:p14="http://schemas.microsoft.com/office/powerpoint/2010/main" val="779650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91C4E-AD8D-7095-B042-D6BA0AE97E4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EF1E440-2495-FF44-3CF4-A39EFCC1DA2E}"/>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3" name="object 3">
            <a:extLst>
              <a:ext uri="{FF2B5EF4-FFF2-40B4-BE49-F238E27FC236}">
                <a16:creationId xmlns:a16="http://schemas.microsoft.com/office/drawing/2014/main" id="{768A05EE-B865-CA5A-9EB4-05DF2F02F4D2}"/>
              </a:ext>
            </a:extLst>
          </p:cNvPr>
          <p:cNvSpPr/>
          <p:nvPr/>
        </p:nvSpPr>
        <p:spPr>
          <a:xfrm>
            <a:off x="1374468" y="1088588"/>
            <a:ext cx="9607550" cy="0"/>
          </a:xfrm>
          <a:custGeom>
            <a:avLst/>
            <a:gdLst/>
            <a:ahLst/>
            <a:cxnLst/>
            <a:rect l="l" t="t" r="r" b="b"/>
            <a:pathLst>
              <a:path w="9607550">
                <a:moveTo>
                  <a:pt x="0" y="0"/>
                </a:moveTo>
                <a:lnTo>
                  <a:pt x="9607423" y="0"/>
                </a:lnTo>
              </a:path>
            </a:pathLst>
          </a:custGeom>
          <a:ln w="31750">
            <a:solidFill>
              <a:srgbClr val="B71E42"/>
            </a:solidFill>
          </a:ln>
        </p:spPr>
        <p:txBody>
          <a:bodyPr wrap="square" lIns="0" tIns="0" rIns="0" bIns="0" rtlCol="0"/>
          <a:lstStyle/>
          <a:p>
            <a:endParaRPr/>
          </a:p>
        </p:txBody>
      </p:sp>
      <p:sp>
        <p:nvSpPr>
          <p:cNvPr id="8" name="object 8">
            <a:extLst>
              <a:ext uri="{FF2B5EF4-FFF2-40B4-BE49-F238E27FC236}">
                <a16:creationId xmlns:a16="http://schemas.microsoft.com/office/drawing/2014/main" id="{3E4F9E28-07A6-6149-96DE-8A4521D25CC1}"/>
              </a:ext>
            </a:extLst>
          </p:cNvPr>
          <p:cNvSpPr txBox="1"/>
          <p:nvPr/>
        </p:nvSpPr>
        <p:spPr>
          <a:xfrm>
            <a:off x="457200" y="1120371"/>
            <a:ext cx="10820400" cy="1785745"/>
          </a:xfrm>
          <a:prstGeom prst="rect">
            <a:avLst/>
          </a:prstGeom>
        </p:spPr>
        <p:txBody>
          <a:bodyPr vert="horz" wrap="square" lIns="0" tIns="15875" rIns="0" bIns="0" rtlCol="0">
            <a:spAutoFit/>
          </a:bodyPr>
          <a:lstStyle/>
          <a:p>
            <a:pPr marL="241300" indent="-228600" algn="just">
              <a:lnSpc>
                <a:spcPct val="150000"/>
              </a:lnSpc>
              <a:spcBef>
                <a:spcPts val="125"/>
              </a:spcBef>
              <a:buClr>
                <a:srgbClr val="B71E42"/>
              </a:buClr>
              <a:buFont typeface="Arial MT"/>
              <a:buChar char="•"/>
              <a:tabLst>
                <a:tab pos="240665" algn="l"/>
                <a:tab pos="241300" algn="l"/>
              </a:tabLst>
            </a:pPr>
            <a:endParaRPr lang="en-US" sz="2000" b="1" spc="-60" dirty="0">
              <a:latin typeface="Trebuchet MS"/>
              <a:cs typeface="Trebuchet MS"/>
            </a:endParaRPr>
          </a:p>
          <a:p>
            <a:pPr marL="241300" indent="-228600" algn="just">
              <a:lnSpc>
                <a:spcPct val="150000"/>
              </a:lnSpc>
              <a:spcBef>
                <a:spcPts val="1505"/>
              </a:spcBef>
              <a:buClr>
                <a:srgbClr val="B71E42"/>
              </a:buClr>
              <a:buFont typeface="Arial MT"/>
              <a:buChar char="•"/>
              <a:tabLst>
                <a:tab pos="240665" algn="l"/>
                <a:tab pos="241300" algn="l"/>
              </a:tabLst>
            </a:pPr>
            <a:endParaRPr lang="en-US" sz="2000" b="1" dirty="0">
              <a:latin typeface="Trebuchet MS"/>
              <a:cs typeface="Trebuchet MS"/>
            </a:endParaRPr>
          </a:p>
          <a:p>
            <a:pPr marL="241300" indent="-228600" algn="just">
              <a:lnSpc>
                <a:spcPct val="150000"/>
              </a:lnSpc>
              <a:spcBef>
                <a:spcPts val="1505"/>
              </a:spcBef>
              <a:buClr>
                <a:srgbClr val="B71E42"/>
              </a:buClr>
              <a:buFont typeface="Arial MT"/>
              <a:buChar char="•"/>
              <a:tabLst>
                <a:tab pos="240665" algn="l"/>
                <a:tab pos="241300" algn="l"/>
              </a:tabLst>
            </a:pPr>
            <a:endParaRPr lang="en-US" sz="2000" b="1" spc="-70" dirty="0">
              <a:latin typeface="Trebuchet MS"/>
              <a:cs typeface="Trebuchet MS"/>
            </a:endParaRPr>
          </a:p>
        </p:txBody>
      </p:sp>
      <p:grpSp>
        <p:nvGrpSpPr>
          <p:cNvPr id="10" name="object 10">
            <a:extLst>
              <a:ext uri="{FF2B5EF4-FFF2-40B4-BE49-F238E27FC236}">
                <a16:creationId xmlns:a16="http://schemas.microsoft.com/office/drawing/2014/main" id="{6A495736-DF46-779E-F437-624CCCD84ADF}"/>
              </a:ext>
            </a:extLst>
          </p:cNvPr>
          <p:cNvGrpSpPr/>
          <p:nvPr/>
        </p:nvGrpSpPr>
        <p:grpSpPr>
          <a:xfrm>
            <a:off x="-12771" y="6530975"/>
            <a:ext cx="12192000" cy="327025"/>
            <a:chOff x="0" y="6534150"/>
            <a:chExt cx="12192000" cy="327025"/>
          </a:xfrm>
        </p:grpSpPr>
        <p:sp>
          <p:nvSpPr>
            <p:cNvPr id="11" name="object 11">
              <a:extLst>
                <a:ext uri="{FF2B5EF4-FFF2-40B4-BE49-F238E27FC236}">
                  <a16:creationId xmlns:a16="http://schemas.microsoft.com/office/drawing/2014/main" id="{F7B110E4-5012-080D-0AAB-59FBFD3CEBD4}"/>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pic>
          <p:nvPicPr>
            <p:cNvPr id="12" name="object 12">
              <a:extLst>
                <a:ext uri="{FF2B5EF4-FFF2-40B4-BE49-F238E27FC236}">
                  <a16:creationId xmlns:a16="http://schemas.microsoft.com/office/drawing/2014/main" id="{E2DC8F16-CB8C-1C30-BD1B-9400121CB4E1}"/>
                </a:ext>
              </a:extLst>
            </p:cNvPr>
            <p:cNvPicPr/>
            <p:nvPr/>
          </p:nvPicPr>
          <p:blipFill>
            <a:blip r:embed="rId2" cstate="print"/>
            <a:stretch>
              <a:fillRect/>
            </a:stretch>
          </p:blipFill>
          <p:spPr>
            <a:xfrm>
              <a:off x="104090" y="6640995"/>
              <a:ext cx="1716899" cy="219824"/>
            </a:xfrm>
            <a:prstGeom prst="rect">
              <a:avLst/>
            </a:prstGeom>
          </p:spPr>
        </p:pic>
      </p:grpSp>
      <p:sp>
        <p:nvSpPr>
          <p:cNvPr id="15" name="object 5">
            <a:extLst>
              <a:ext uri="{FF2B5EF4-FFF2-40B4-BE49-F238E27FC236}">
                <a16:creationId xmlns:a16="http://schemas.microsoft.com/office/drawing/2014/main" id="{134E1ABE-12F5-6371-2A48-EE954F014D70}"/>
              </a:ext>
            </a:extLst>
          </p:cNvPr>
          <p:cNvSpPr/>
          <p:nvPr/>
        </p:nvSpPr>
        <p:spPr>
          <a:xfrm>
            <a:off x="-12771" y="30393"/>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48F08A91-CDA5-A392-6297-B50E07761D18}"/>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sp>
        <p:nvSpPr>
          <p:cNvPr id="5" name="TextBox 4">
            <a:extLst>
              <a:ext uri="{FF2B5EF4-FFF2-40B4-BE49-F238E27FC236}">
                <a16:creationId xmlns:a16="http://schemas.microsoft.com/office/drawing/2014/main" id="{FD1329C4-216A-D8F0-95EC-5329B86AA1BE}"/>
              </a:ext>
            </a:extLst>
          </p:cNvPr>
          <p:cNvSpPr txBox="1"/>
          <p:nvPr/>
        </p:nvSpPr>
        <p:spPr>
          <a:xfrm>
            <a:off x="104090" y="152400"/>
            <a:ext cx="7058710" cy="584775"/>
          </a:xfrm>
          <a:prstGeom prst="rect">
            <a:avLst/>
          </a:prstGeom>
          <a:noFill/>
        </p:spPr>
        <p:txBody>
          <a:bodyPr wrap="square" rtlCol="0">
            <a:spAutoFit/>
          </a:bodyPr>
          <a:lstStyle/>
          <a:p>
            <a:r>
              <a:rPr lang="en-IN" sz="3200" b="1" dirty="0">
                <a:solidFill>
                  <a:schemeClr val="bg1"/>
                </a:solidFill>
                <a:latin typeface="Times New Roman" panose="02020603050405020304" pitchFamily="18" charset="0"/>
                <a:cs typeface="Times New Roman" panose="02020603050405020304" pitchFamily="18" charset="0"/>
              </a:rPr>
              <a:t>Proposed Solution</a:t>
            </a:r>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80ACDDB-670A-F5E9-040E-4D8BDAFEE05F}"/>
              </a:ext>
            </a:extLst>
          </p:cNvPr>
          <p:cNvSpPr>
            <a:spLocks noGrp="1"/>
          </p:cNvSpPr>
          <p:nvPr>
            <p:ph type="sldNum" sz="quarter" idx="7"/>
          </p:nvPr>
        </p:nvSpPr>
        <p:spPr>
          <a:xfrm>
            <a:off x="9067800" y="6510521"/>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7</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6" name="Text Placeholder 2">
            <a:extLst>
              <a:ext uri="{FF2B5EF4-FFF2-40B4-BE49-F238E27FC236}">
                <a16:creationId xmlns:a16="http://schemas.microsoft.com/office/drawing/2014/main" id="{20C36FAB-1767-C4DB-78BF-E438BBCD9796}"/>
              </a:ext>
            </a:extLst>
          </p:cNvPr>
          <p:cNvSpPr>
            <a:spLocks noGrp="1"/>
          </p:cNvSpPr>
          <p:nvPr>
            <p:ph type="body" idx="1"/>
          </p:nvPr>
        </p:nvSpPr>
        <p:spPr>
          <a:xfrm>
            <a:off x="104090" y="1048234"/>
            <a:ext cx="12011710" cy="307777"/>
          </a:xfrm>
        </p:spPr>
        <p:txBody>
          <a:bodyPr/>
          <a:lstStyle/>
          <a:p>
            <a:pPr marL="342900" indent="-342900" algn="just">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E2DA0FE9-6025-9AFA-08F9-387813DF78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6946" y="37650"/>
            <a:ext cx="915054" cy="875877"/>
          </a:xfrm>
          <a:prstGeom prst="rect">
            <a:avLst/>
          </a:prstGeom>
        </p:spPr>
      </p:pic>
      <p:pic>
        <p:nvPicPr>
          <p:cNvPr id="7" name="Picture 6">
            <a:extLst>
              <a:ext uri="{FF2B5EF4-FFF2-40B4-BE49-F238E27FC236}">
                <a16:creationId xmlns:a16="http://schemas.microsoft.com/office/drawing/2014/main" id="{5D2086CC-4B67-7A10-5DFC-83FAC3CF581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798350" y="1128942"/>
            <a:ext cx="8271418" cy="4978525"/>
          </a:xfrm>
          <a:prstGeom prst="rect">
            <a:avLst/>
          </a:prstGeom>
        </p:spPr>
      </p:pic>
    </p:spTree>
    <p:extLst>
      <p:ext uri="{BB962C8B-B14F-4D97-AF65-F5344CB8AC3E}">
        <p14:creationId xmlns:p14="http://schemas.microsoft.com/office/powerpoint/2010/main" val="33397636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9BEF7-2C61-5462-A6AC-ECA407FB37A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5C69D0F-41EF-6E23-27A8-1B726B570577}"/>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3" name="object 3">
            <a:extLst>
              <a:ext uri="{FF2B5EF4-FFF2-40B4-BE49-F238E27FC236}">
                <a16:creationId xmlns:a16="http://schemas.microsoft.com/office/drawing/2014/main" id="{E4C2D0A1-C3C7-CD94-5D50-C2DA3859F9CF}"/>
              </a:ext>
            </a:extLst>
          </p:cNvPr>
          <p:cNvSpPr/>
          <p:nvPr/>
        </p:nvSpPr>
        <p:spPr>
          <a:xfrm>
            <a:off x="1374468" y="1088588"/>
            <a:ext cx="9607550" cy="0"/>
          </a:xfrm>
          <a:custGeom>
            <a:avLst/>
            <a:gdLst/>
            <a:ahLst/>
            <a:cxnLst/>
            <a:rect l="l" t="t" r="r" b="b"/>
            <a:pathLst>
              <a:path w="9607550">
                <a:moveTo>
                  <a:pt x="0" y="0"/>
                </a:moveTo>
                <a:lnTo>
                  <a:pt x="9607423" y="0"/>
                </a:lnTo>
              </a:path>
            </a:pathLst>
          </a:custGeom>
          <a:ln w="31750">
            <a:solidFill>
              <a:srgbClr val="B71E42"/>
            </a:solidFill>
          </a:ln>
        </p:spPr>
        <p:txBody>
          <a:bodyPr wrap="square" lIns="0" tIns="0" rIns="0" bIns="0" rtlCol="0"/>
          <a:lstStyle/>
          <a:p>
            <a:endParaRPr/>
          </a:p>
        </p:txBody>
      </p:sp>
      <p:sp>
        <p:nvSpPr>
          <p:cNvPr id="8" name="object 8">
            <a:extLst>
              <a:ext uri="{FF2B5EF4-FFF2-40B4-BE49-F238E27FC236}">
                <a16:creationId xmlns:a16="http://schemas.microsoft.com/office/drawing/2014/main" id="{C6B7A8BD-78E0-7E80-492B-99F3A6452543}"/>
              </a:ext>
            </a:extLst>
          </p:cNvPr>
          <p:cNvSpPr txBox="1"/>
          <p:nvPr/>
        </p:nvSpPr>
        <p:spPr>
          <a:xfrm>
            <a:off x="457200" y="1120371"/>
            <a:ext cx="10820400" cy="1785745"/>
          </a:xfrm>
          <a:prstGeom prst="rect">
            <a:avLst/>
          </a:prstGeom>
        </p:spPr>
        <p:txBody>
          <a:bodyPr vert="horz" wrap="square" lIns="0" tIns="15875" rIns="0" bIns="0" rtlCol="0">
            <a:spAutoFit/>
          </a:bodyPr>
          <a:lstStyle/>
          <a:p>
            <a:pPr marL="241300" indent="-228600" algn="just">
              <a:lnSpc>
                <a:spcPct val="150000"/>
              </a:lnSpc>
              <a:spcBef>
                <a:spcPts val="125"/>
              </a:spcBef>
              <a:buClr>
                <a:srgbClr val="B71E42"/>
              </a:buClr>
              <a:buFont typeface="Arial MT"/>
              <a:buChar char="•"/>
              <a:tabLst>
                <a:tab pos="240665" algn="l"/>
                <a:tab pos="241300" algn="l"/>
              </a:tabLst>
            </a:pPr>
            <a:endParaRPr lang="en-US" sz="2000" b="1" spc="-60" dirty="0">
              <a:latin typeface="Trebuchet MS"/>
              <a:cs typeface="Trebuchet MS"/>
            </a:endParaRPr>
          </a:p>
          <a:p>
            <a:pPr marL="241300" indent="-228600" algn="just">
              <a:lnSpc>
                <a:spcPct val="150000"/>
              </a:lnSpc>
              <a:spcBef>
                <a:spcPts val="1505"/>
              </a:spcBef>
              <a:buClr>
                <a:srgbClr val="B71E42"/>
              </a:buClr>
              <a:buFont typeface="Arial MT"/>
              <a:buChar char="•"/>
              <a:tabLst>
                <a:tab pos="240665" algn="l"/>
                <a:tab pos="241300" algn="l"/>
              </a:tabLst>
            </a:pPr>
            <a:endParaRPr lang="en-US" sz="2000" b="1" dirty="0">
              <a:latin typeface="Trebuchet MS"/>
              <a:cs typeface="Trebuchet MS"/>
            </a:endParaRPr>
          </a:p>
          <a:p>
            <a:pPr marL="241300" indent="-228600" algn="just">
              <a:lnSpc>
                <a:spcPct val="150000"/>
              </a:lnSpc>
              <a:spcBef>
                <a:spcPts val="1505"/>
              </a:spcBef>
              <a:buClr>
                <a:srgbClr val="B71E42"/>
              </a:buClr>
              <a:buFont typeface="Arial MT"/>
              <a:buChar char="•"/>
              <a:tabLst>
                <a:tab pos="240665" algn="l"/>
                <a:tab pos="241300" algn="l"/>
              </a:tabLst>
            </a:pPr>
            <a:endParaRPr lang="en-US" sz="2000" b="1" spc="-70" dirty="0">
              <a:latin typeface="Trebuchet MS"/>
              <a:cs typeface="Trebuchet MS"/>
            </a:endParaRPr>
          </a:p>
        </p:txBody>
      </p:sp>
      <p:grpSp>
        <p:nvGrpSpPr>
          <p:cNvPr id="10" name="object 10">
            <a:extLst>
              <a:ext uri="{FF2B5EF4-FFF2-40B4-BE49-F238E27FC236}">
                <a16:creationId xmlns:a16="http://schemas.microsoft.com/office/drawing/2014/main" id="{F3761924-7229-B301-C69B-6703E0D91973}"/>
              </a:ext>
            </a:extLst>
          </p:cNvPr>
          <p:cNvGrpSpPr/>
          <p:nvPr/>
        </p:nvGrpSpPr>
        <p:grpSpPr>
          <a:xfrm>
            <a:off x="-12771" y="6530975"/>
            <a:ext cx="12192000" cy="327025"/>
            <a:chOff x="0" y="6534150"/>
            <a:chExt cx="12192000" cy="327025"/>
          </a:xfrm>
        </p:grpSpPr>
        <p:sp>
          <p:nvSpPr>
            <p:cNvPr id="11" name="object 11">
              <a:extLst>
                <a:ext uri="{FF2B5EF4-FFF2-40B4-BE49-F238E27FC236}">
                  <a16:creationId xmlns:a16="http://schemas.microsoft.com/office/drawing/2014/main" id="{AB17DA3E-A42E-899B-0972-CFFC67B9F849}"/>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pic>
          <p:nvPicPr>
            <p:cNvPr id="12" name="object 12">
              <a:extLst>
                <a:ext uri="{FF2B5EF4-FFF2-40B4-BE49-F238E27FC236}">
                  <a16:creationId xmlns:a16="http://schemas.microsoft.com/office/drawing/2014/main" id="{B456824D-1CAB-12BA-1EAB-88DA11AFDCB2}"/>
                </a:ext>
              </a:extLst>
            </p:cNvPr>
            <p:cNvPicPr/>
            <p:nvPr/>
          </p:nvPicPr>
          <p:blipFill>
            <a:blip r:embed="rId2" cstate="print"/>
            <a:stretch>
              <a:fillRect/>
            </a:stretch>
          </p:blipFill>
          <p:spPr>
            <a:xfrm>
              <a:off x="104090" y="6640995"/>
              <a:ext cx="1716899" cy="219824"/>
            </a:xfrm>
            <a:prstGeom prst="rect">
              <a:avLst/>
            </a:prstGeom>
          </p:spPr>
        </p:pic>
      </p:grpSp>
      <p:sp>
        <p:nvSpPr>
          <p:cNvPr id="15" name="object 5">
            <a:extLst>
              <a:ext uri="{FF2B5EF4-FFF2-40B4-BE49-F238E27FC236}">
                <a16:creationId xmlns:a16="http://schemas.microsoft.com/office/drawing/2014/main" id="{6785E3D3-629D-7DB8-5205-97C111E12F5B}"/>
              </a:ext>
            </a:extLst>
          </p:cNvPr>
          <p:cNvSpPr/>
          <p:nvPr/>
        </p:nvSpPr>
        <p:spPr>
          <a:xfrm>
            <a:off x="-12771" y="30393"/>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69925448-F947-F132-5477-9793AC93D771}"/>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sp>
        <p:nvSpPr>
          <p:cNvPr id="5" name="TextBox 4">
            <a:extLst>
              <a:ext uri="{FF2B5EF4-FFF2-40B4-BE49-F238E27FC236}">
                <a16:creationId xmlns:a16="http://schemas.microsoft.com/office/drawing/2014/main" id="{B493C3F9-23ED-82B2-BB9D-A9B79E92E114}"/>
              </a:ext>
            </a:extLst>
          </p:cNvPr>
          <p:cNvSpPr txBox="1"/>
          <p:nvPr/>
        </p:nvSpPr>
        <p:spPr>
          <a:xfrm>
            <a:off x="104090" y="152400"/>
            <a:ext cx="7058710" cy="584775"/>
          </a:xfrm>
          <a:prstGeom prst="rect">
            <a:avLst/>
          </a:prstGeom>
          <a:noFill/>
        </p:spPr>
        <p:txBody>
          <a:bodyPr wrap="square" rtlCol="0">
            <a:spAutoFit/>
          </a:bodyPr>
          <a:lstStyle/>
          <a:p>
            <a:r>
              <a:rPr lang="en-IN" sz="3200" b="1" dirty="0">
                <a:solidFill>
                  <a:schemeClr val="bg1"/>
                </a:solidFill>
                <a:latin typeface="Times New Roman" panose="02020603050405020304" pitchFamily="18" charset="0"/>
                <a:cs typeface="Times New Roman" panose="02020603050405020304" pitchFamily="18" charset="0"/>
              </a:rPr>
              <a:t>Proposed Solution</a:t>
            </a:r>
            <a:endParaRPr lang="en-IN" sz="2800" b="1"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B7600C5-5050-2126-C1C1-FAAC88FED0DC}"/>
              </a:ext>
            </a:extLst>
          </p:cNvPr>
          <p:cNvSpPr>
            <a:spLocks noGrp="1"/>
          </p:cNvSpPr>
          <p:nvPr>
            <p:ph type="sldNum" sz="quarter" idx="7"/>
          </p:nvPr>
        </p:nvSpPr>
        <p:spPr>
          <a:xfrm>
            <a:off x="9067800" y="6510521"/>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8</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6" name="Text Placeholder 2">
            <a:extLst>
              <a:ext uri="{FF2B5EF4-FFF2-40B4-BE49-F238E27FC236}">
                <a16:creationId xmlns:a16="http://schemas.microsoft.com/office/drawing/2014/main" id="{24F91062-D710-B81A-CD10-788090A59E3F}"/>
              </a:ext>
            </a:extLst>
          </p:cNvPr>
          <p:cNvSpPr>
            <a:spLocks noGrp="1"/>
          </p:cNvSpPr>
          <p:nvPr>
            <p:ph type="body" idx="1"/>
          </p:nvPr>
        </p:nvSpPr>
        <p:spPr>
          <a:xfrm>
            <a:off x="104090" y="1048234"/>
            <a:ext cx="12011710" cy="4924425"/>
          </a:xfrm>
        </p:spPr>
        <p:txBody>
          <a:bodyPr/>
          <a:lstStyle/>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Protect the order with a signed, sealed envelope.</a:t>
            </a:r>
          </a:p>
          <a:p>
            <a:pPr algn="just"/>
            <a:r>
              <a:rPr lang="en-US" sz="2000" dirty="0">
                <a:latin typeface="Times New Roman" panose="02020603050405020304" pitchFamily="18" charset="0"/>
                <a:cs typeface="Times New Roman" panose="02020603050405020304" pitchFamily="18" charset="0"/>
              </a:rPr>
              <a:t>When the customer pays, the entire order is first digitally signed  proving who sent it and that it wasn't changed  and then encrypted so that only the payment gateway can read it. The AES key used for encryption is itself locked inside the gateway's public key, so even if an attacker captures the whole payment on the network, all they see is unusable ciphertext.</a:t>
            </a:r>
          </a:p>
          <a:p>
            <a:pPr algn="just"/>
            <a:endParaRPr lang="en-US" sz="20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 Support real payments on two rails.</a:t>
            </a:r>
          </a:p>
          <a:p>
            <a:pPr algn="just"/>
            <a:r>
              <a:rPr lang="en-US" sz="2000" dirty="0">
                <a:latin typeface="Times New Roman" panose="02020603050405020304" pitchFamily="18" charset="0"/>
                <a:cs typeface="Times New Roman" panose="02020603050405020304" pitchFamily="18" charset="0"/>
              </a:rPr>
              <a:t>The checkout accepts both major payment methods: card , where the number is validated in real time (checksum, network, expiry) and authorized by a simulated issuing bank before processing; and UPI, where the merchant's payment request is digitally signed and rendered as a QR code  so a tampered or swapped QR is detected instantly, defending against real-world QR fraud.</a:t>
            </a:r>
          </a:p>
          <a:p>
            <a:pPr marL="342900" indent="-342900" algn="just">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Verify at the gateway, prove it with evidence.</a:t>
            </a:r>
          </a:p>
          <a:p>
            <a:pPr algn="just"/>
            <a:r>
              <a:rPr lang="en-US" sz="2000" dirty="0">
                <a:latin typeface="Times New Roman" panose="02020603050405020304" pitchFamily="18" charset="0"/>
                <a:cs typeface="Times New Roman" panose="02020603050405020304" pitchFamily="18" charset="0"/>
              </a:rPr>
              <a:t>The gateway unwraps and decrypts the payment, verifies every seal, and only then approves the transaction  rejecting anything that fails any check. An Attack Lab launches realistic attacks against this live system and shows each one being blocked by a named protection, while a permanent database records every transaction.</a:t>
            </a:r>
            <a:endParaRPr lang="en-IN" sz="20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93EE9302-1820-7342-AE5D-F032FE2851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6946" y="37650"/>
            <a:ext cx="915054" cy="875877"/>
          </a:xfrm>
          <a:prstGeom prst="rect">
            <a:avLst/>
          </a:prstGeom>
        </p:spPr>
      </p:pic>
    </p:spTree>
    <p:extLst>
      <p:ext uri="{BB962C8B-B14F-4D97-AF65-F5344CB8AC3E}">
        <p14:creationId xmlns:p14="http://schemas.microsoft.com/office/powerpoint/2010/main" val="3375840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E0656-DED8-963B-483B-61E7FD9FE31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ADEAAEB-66B2-7B68-CD44-2AB36BC71787}"/>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3" name="object 3">
            <a:extLst>
              <a:ext uri="{FF2B5EF4-FFF2-40B4-BE49-F238E27FC236}">
                <a16:creationId xmlns:a16="http://schemas.microsoft.com/office/drawing/2014/main" id="{90287A15-06CF-AF13-B9E3-CE1A93C9D953}"/>
              </a:ext>
            </a:extLst>
          </p:cNvPr>
          <p:cNvSpPr/>
          <p:nvPr/>
        </p:nvSpPr>
        <p:spPr>
          <a:xfrm>
            <a:off x="1374468" y="1088588"/>
            <a:ext cx="9607550" cy="0"/>
          </a:xfrm>
          <a:custGeom>
            <a:avLst/>
            <a:gdLst/>
            <a:ahLst/>
            <a:cxnLst/>
            <a:rect l="l" t="t" r="r" b="b"/>
            <a:pathLst>
              <a:path w="9607550">
                <a:moveTo>
                  <a:pt x="0" y="0"/>
                </a:moveTo>
                <a:lnTo>
                  <a:pt x="9607423" y="0"/>
                </a:lnTo>
              </a:path>
            </a:pathLst>
          </a:custGeom>
          <a:ln w="31750">
            <a:solidFill>
              <a:srgbClr val="B71E42"/>
            </a:solidFill>
          </a:ln>
        </p:spPr>
        <p:txBody>
          <a:bodyPr wrap="square" lIns="0" tIns="0" rIns="0" bIns="0" rtlCol="0"/>
          <a:lstStyle/>
          <a:p>
            <a:endParaRPr/>
          </a:p>
        </p:txBody>
      </p:sp>
      <p:sp>
        <p:nvSpPr>
          <p:cNvPr id="8" name="object 8">
            <a:extLst>
              <a:ext uri="{FF2B5EF4-FFF2-40B4-BE49-F238E27FC236}">
                <a16:creationId xmlns:a16="http://schemas.microsoft.com/office/drawing/2014/main" id="{4D5044F3-456F-9B52-E105-E6B49CB2D060}"/>
              </a:ext>
            </a:extLst>
          </p:cNvPr>
          <p:cNvSpPr txBox="1"/>
          <p:nvPr/>
        </p:nvSpPr>
        <p:spPr>
          <a:xfrm>
            <a:off x="457200" y="1120371"/>
            <a:ext cx="10820400" cy="1785745"/>
          </a:xfrm>
          <a:prstGeom prst="rect">
            <a:avLst/>
          </a:prstGeom>
        </p:spPr>
        <p:txBody>
          <a:bodyPr vert="horz" wrap="square" lIns="0" tIns="15875" rIns="0" bIns="0" rtlCol="0">
            <a:spAutoFit/>
          </a:bodyPr>
          <a:lstStyle/>
          <a:p>
            <a:pPr marL="241300" indent="-228600" algn="just">
              <a:lnSpc>
                <a:spcPct val="150000"/>
              </a:lnSpc>
              <a:spcBef>
                <a:spcPts val="125"/>
              </a:spcBef>
              <a:buClr>
                <a:srgbClr val="B71E42"/>
              </a:buClr>
              <a:buFont typeface="Arial MT"/>
              <a:buChar char="•"/>
              <a:tabLst>
                <a:tab pos="240665" algn="l"/>
                <a:tab pos="241300" algn="l"/>
              </a:tabLst>
            </a:pPr>
            <a:endParaRPr lang="en-US" sz="2000" b="1" spc="-60" dirty="0">
              <a:latin typeface="Trebuchet MS"/>
              <a:cs typeface="Trebuchet MS"/>
            </a:endParaRPr>
          </a:p>
          <a:p>
            <a:pPr marL="241300" indent="-228600" algn="just">
              <a:lnSpc>
                <a:spcPct val="150000"/>
              </a:lnSpc>
              <a:spcBef>
                <a:spcPts val="1505"/>
              </a:spcBef>
              <a:buClr>
                <a:srgbClr val="B71E42"/>
              </a:buClr>
              <a:buFont typeface="Arial MT"/>
              <a:buChar char="•"/>
              <a:tabLst>
                <a:tab pos="240665" algn="l"/>
                <a:tab pos="241300" algn="l"/>
              </a:tabLst>
            </a:pPr>
            <a:endParaRPr lang="en-US" sz="2000" b="1" dirty="0">
              <a:latin typeface="Trebuchet MS"/>
              <a:cs typeface="Trebuchet MS"/>
            </a:endParaRPr>
          </a:p>
          <a:p>
            <a:pPr marL="241300" indent="-228600" algn="just">
              <a:lnSpc>
                <a:spcPct val="150000"/>
              </a:lnSpc>
              <a:spcBef>
                <a:spcPts val="1505"/>
              </a:spcBef>
              <a:buClr>
                <a:srgbClr val="B71E42"/>
              </a:buClr>
              <a:buFont typeface="Arial MT"/>
              <a:buChar char="•"/>
              <a:tabLst>
                <a:tab pos="240665" algn="l"/>
                <a:tab pos="241300" algn="l"/>
              </a:tabLst>
            </a:pPr>
            <a:endParaRPr lang="en-US" sz="2000" b="1" spc="-70" dirty="0">
              <a:latin typeface="Trebuchet MS"/>
              <a:cs typeface="Trebuchet MS"/>
            </a:endParaRPr>
          </a:p>
        </p:txBody>
      </p:sp>
      <p:grpSp>
        <p:nvGrpSpPr>
          <p:cNvPr id="10" name="object 10">
            <a:extLst>
              <a:ext uri="{FF2B5EF4-FFF2-40B4-BE49-F238E27FC236}">
                <a16:creationId xmlns:a16="http://schemas.microsoft.com/office/drawing/2014/main" id="{FA81CA66-B1EE-D511-50DC-A49DCDF9B09A}"/>
              </a:ext>
            </a:extLst>
          </p:cNvPr>
          <p:cNvGrpSpPr/>
          <p:nvPr/>
        </p:nvGrpSpPr>
        <p:grpSpPr>
          <a:xfrm>
            <a:off x="0" y="6534150"/>
            <a:ext cx="12192000" cy="327025"/>
            <a:chOff x="0" y="6534150"/>
            <a:chExt cx="12192000" cy="327025"/>
          </a:xfrm>
        </p:grpSpPr>
        <p:sp>
          <p:nvSpPr>
            <p:cNvPr id="11" name="object 11">
              <a:extLst>
                <a:ext uri="{FF2B5EF4-FFF2-40B4-BE49-F238E27FC236}">
                  <a16:creationId xmlns:a16="http://schemas.microsoft.com/office/drawing/2014/main" id="{67A5C136-555D-6B82-3B57-DE8291F67BFE}"/>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pic>
          <p:nvPicPr>
            <p:cNvPr id="12" name="object 12">
              <a:extLst>
                <a:ext uri="{FF2B5EF4-FFF2-40B4-BE49-F238E27FC236}">
                  <a16:creationId xmlns:a16="http://schemas.microsoft.com/office/drawing/2014/main" id="{56AA1197-151A-1A91-A2E5-1887B113DF91}"/>
                </a:ext>
              </a:extLst>
            </p:cNvPr>
            <p:cNvPicPr/>
            <p:nvPr/>
          </p:nvPicPr>
          <p:blipFill>
            <a:blip r:embed="rId2" cstate="print"/>
            <a:stretch>
              <a:fillRect/>
            </a:stretch>
          </p:blipFill>
          <p:spPr>
            <a:xfrm>
              <a:off x="104090" y="6640995"/>
              <a:ext cx="1716899" cy="219824"/>
            </a:xfrm>
            <a:prstGeom prst="rect">
              <a:avLst/>
            </a:prstGeom>
          </p:spPr>
        </p:pic>
      </p:grpSp>
      <p:sp>
        <p:nvSpPr>
          <p:cNvPr id="15" name="object 5">
            <a:extLst>
              <a:ext uri="{FF2B5EF4-FFF2-40B4-BE49-F238E27FC236}">
                <a16:creationId xmlns:a16="http://schemas.microsoft.com/office/drawing/2014/main" id="{7C6D8BE2-0EF3-E383-561E-231A8EDFCC36}"/>
              </a:ext>
            </a:extLst>
          </p:cNvPr>
          <p:cNvSpPr/>
          <p:nvPr/>
        </p:nvSpPr>
        <p:spPr>
          <a:xfrm>
            <a:off x="-12771" y="30393"/>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0D67FCFD-9D5E-F00A-374C-435D7123E1A4}"/>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sp>
        <p:nvSpPr>
          <p:cNvPr id="5" name="TextBox 4">
            <a:extLst>
              <a:ext uri="{FF2B5EF4-FFF2-40B4-BE49-F238E27FC236}">
                <a16:creationId xmlns:a16="http://schemas.microsoft.com/office/drawing/2014/main" id="{C06684A9-AA15-7C8C-23D4-005841CF0B6A}"/>
              </a:ext>
            </a:extLst>
          </p:cNvPr>
          <p:cNvSpPr txBox="1"/>
          <p:nvPr/>
        </p:nvSpPr>
        <p:spPr>
          <a:xfrm>
            <a:off x="104090" y="152400"/>
            <a:ext cx="7058710" cy="584775"/>
          </a:xfrm>
          <a:prstGeom prst="rect">
            <a:avLst/>
          </a:prstGeom>
          <a:noFill/>
        </p:spPr>
        <p:txBody>
          <a:bodyPr wrap="square" rtlCol="0">
            <a:spAutoFit/>
          </a:bodyPr>
          <a:lstStyle/>
          <a:p>
            <a:r>
              <a:rPr lang="en-IN" sz="3200" b="1" dirty="0">
                <a:solidFill>
                  <a:schemeClr val="bg1"/>
                </a:solidFill>
                <a:latin typeface="Times New Roman" panose="02020603050405020304" pitchFamily="18" charset="0"/>
                <a:cs typeface="Times New Roman" panose="02020603050405020304" pitchFamily="18" charset="0"/>
              </a:rPr>
              <a:t>Implementation</a:t>
            </a:r>
          </a:p>
        </p:txBody>
      </p:sp>
      <p:sp>
        <p:nvSpPr>
          <p:cNvPr id="4" name="Slide Number Placeholder 3">
            <a:extLst>
              <a:ext uri="{FF2B5EF4-FFF2-40B4-BE49-F238E27FC236}">
                <a16:creationId xmlns:a16="http://schemas.microsoft.com/office/drawing/2014/main" id="{9805A7A8-0C53-7CB4-82F9-2704EC2D991F}"/>
              </a:ext>
            </a:extLst>
          </p:cNvPr>
          <p:cNvSpPr>
            <a:spLocks noGrp="1"/>
          </p:cNvSpPr>
          <p:nvPr>
            <p:ph type="sldNum" sz="quarter" idx="7"/>
          </p:nvPr>
        </p:nvSpPr>
        <p:spPr>
          <a:xfrm>
            <a:off x="9067800" y="6510521"/>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9</a:t>
            </a:fld>
            <a:endParaRPr lang="en-IN" b="1" dirty="0">
              <a:solidFill>
                <a:schemeClr val="bg1"/>
              </a:solidFill>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3321AD50-AB18-C640-91E2-E794510E677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6946" y="37650"/>
            <a:ext cx="915054" cy="875877"/>
          </a:xfrm>
          <a:prstGeom prst="rect">
            <a:avLst/>
          </a:prstGeom>
        </p:spPr>
      </p:pic>
      <p:sp>
        <p:nvSpPr>
          <p:cNvPr id="9" name="TextBox 8">
            <a:extLst>
              <a:ext uri="{FF2B5EF4-FFF2-40B4-BE49-F238E27FC236}">
                <a16:creationId xmlns:a16="http://schemas.microsoft.com/office/drawing/2014/main" id="{691772E4-A373-04F4-9285-A844406698BD}"/>
              </a:ext>
            </a:extLst>
          </p:cNvPr>
          <p:cNvSpPr txBox="1"/>
          <p:nvPr/>
        </p:nvSpPr>
        <p:spPr>
          <a:xfrm>
            <a:off x="34412" y="1043387"/>
            <a:ext cx="12053497" cy="5032147"/>
          </a:xfrm>
          <a:prstGeom prst="rect">
            <a:avLst/>
          </a:prstGeom>
          <a:noFill/>
        </p:spPr>
        <p:txBody>
          <a:bodyPr wrap="square">
            <a:spAutoFit/>
          </a:bodyPr>
          <a:lstStyle/>
          <a:p>
            <a:pPr marL="342900" indent="-342900" algn="just">
              <a:buFont typeface="Wingdings" panose="05000000000000000000" pitchFamily="2" charset="2"/>
              <a:buChar char="Ø"/>
            </a:pPr>
            <a:r>
              <a:rPr lang="en-US" sz="1900" dirty="0">
                <a:latin typeface="Times New Roman" panose="02020603050405020304" pitchFamily="18" charset="0"/>
                <a:cs typeface="Times New Roman" panose="02020603050405020304" pitchFamily="18" charset="0"/>
              </a:rPr>
              <a:t> </a:t>
            </a:r>
            <a:r>
              <a:rPr lang="en-US" sz="1900" b="1" dirty="0">
                <a:latin typeface="Times New Roman" panose="02020603050405020304" pitchFamily="18" charset="0"/>
                <a:cs typeface="Times New Roman" panose="02020603050405020304" pitchFamily="18" charset="0"/>
              </a:rPr>
              <a:t>Clean Python architecture</a:t>
            </a:r>
          </a:p>
          <a:p>
            <a:pPr algn="just"/>
            <a:r>
              <a:rPr lang="en-US" sz="1900" dirty="0">
                <a:latin typeface="Times New Roman" panose="02020603050405020304" pitchFamily="18" charset="0"/>
                <a:cs typeface="Times New Roman" panose="02020603050405020304" pitchFamily="18" charset="0"/>
              </a:rPr>
              <a:t>Built in Python 3.11 as a modular </a:t>
            </a:r>
            <a:r>
              <a:rPr lang="en-US" sz="1900" dirty="0" err="1">
                <a:latin typeface="Times New Roman" panose="02020603050405020304" pitchFamily="18" charset="0"/>
                <a:cs typeface="Times New Roman" panose="02020603050405020304" pitchFamily="18" charset="0"/>
              </a:rPr>
              <a:t>securepay</a:t>
            </a:r>
            <a:r>
              <a:rPr lang="en-US" sz="1900" dirty="0">
                <a:latin typeface="Times New Roman" panose="02020603050405020304" pitchFamily="18" charset="0"/>
                <a:cs typeface="Times New Roman" panose="02020603050405020304" pitchFamily="18" charset="0"/>
              </a:rPr>
              <a:t> package, separating cryptographic logic (crypto.py), payment flows (flow.py), and storage (db.py) from the </a:t>
            </a:r>
            <a:r>
              <a:rPr lang="en-US" sz="1900" dirty="0" err="1">
                <a:latin typeface="Times New Roman" panose="02020603050405020304" pitchFamily="18" charset="0"/>
                <a:cs typeface="Times New Roman" panose="02020603050405020304" pitchFamily="18" charset="0"/>
              </a:rPr>
              <a:t>Streamlit</a:t>
            </a:r>
            <a:r>
              <a:rPr lang="en-US" sz="1900" dirty="0">
                <a:latin typeface="Times New Roman" panose="02020603050405020304" pitchFamily="18" charset="0"/>
                <a:cs typeface="Times New Roman" panose="02020603050405020304" pitchFamily="18" charset="0"/>
              </a:rPr>
              <a:t> UI screens in </a:t>
            </a:r>
            <a:r>
              <a:rPr lang="en-US" sz="1900" dirty="0" err="1">
                <a:latin typeface="Times New Roman" panose="02020603050405020304" pitchFamily="18" charset="0"/>
                <a:cs typeface="Times New Roman" panose="02020603050405020304" pitchFamily="18" charset="0"/>
              </a:rPr>
              <a:t>app_pages</a:t>
            </a:r>
            <a:r>
              <a:rPr lang="en-US" sz="1900" dirty="0">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Ø"/>
            </a:pPr>
            <a:endParaRPr lang="en-US" sz="19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 Real cryptography with per-session keys.</a:t>
            </a:r>
          </a:p>
          <a:p>
            <a:pPr algn="just"/>
            <a:r>
              <a:rPr lang="en-US" sz="1900" dirty="0">
                <a:latin typeface="Times New Roman" panose="02020603050405020304" pitchFamily="18" charset="0"/>
                <a:cs typeface="Times New Roman" panose="02020603050405020304" pitchFamily="18" charset="0"/>
              </a:rPr>
              <a:t>Implemented using </a:t>
            </a:r>
            <a:r>
              <a:rPr lang="en-US" sz="1900" dirty="0" err="1">
                <a:latin typeface="Times New Roman" panose="02020603050405020304" pitchFamily="18" charset="0"/>
                <a:cs typeface="Times New Roman" panose="02020603050405020304" pitchFamily="18" charset="0"/>
              </a:rPr>
              <a:t>PyCryptodome</a:t>
            </a:r>
            <a:r>
              <a:rPr lang="en-US" sz="1900" dirty="0">
                <a:latin typeface="Times New Roman" panose="02020603050405020304" pitchFamily="18" charset="0"/>
                <a:cs typeface="Times New Roman" panose="02020603050405020304" pitchFamily="18" charset="0"/>
              </a:rPr>
              <a:t> with AES-256, RSA-2048, RSA-PSS, SHA-256, and HMAC. Fresh RSA keypairs are generated every session, and each transaction gets a unique AES key and IV  no secrets are ever reused or stored on disk.</a:t>
            </a:r>
          </a:p>
          <a:p>
            <a:pPr algn="just"/>
            <a:endParaRPr lang="en-US" sz="19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 Thread-safe SQLite audit layer.</a:t>
            </a:r>
          </a:p>
          <a:p>
            <a:pPr algn="just"/>
            <a:r>
              <a:rPr lang="en-US" sz="1900" dirty="0">
                <a:latin typeface="Times New Roman" panose="02020603050405020304" pitchFamily="18" charset="0"/>
                <a:cs typeface="Times New Roman" panose="02020603050405020304" pitchFamily="18" charset="0"/>
              </a:rPr>
              <a:t>Logs every gateway decision, attack attempt, and user account (using salted PBKDF2 hashes only  passwords are never stored). The trail survives app restarts and supports JSON export for inspection.</a:t>
            </a:r>
          </a:p>
          <a:p>
            <a:pPr marL="342900" indent="-342900" algn="just">
              <a:buFont typeface="Wingdings" panose="05000000000000000000" pitchFamily="2" charset="2"/>
              <a:buChar char="Ø"/>
            </a:pPr>
            <a:endParaRPr lang="en-US" sz="19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US" sz="19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Real-Time Encryption Visibility</a:t>
            </a:r>
            <a:endParaRPr lang="en-US" sz="1900" dirty="0">
              <a:latin typeface="Times New Roman" panose="02020603050405020304" pitchFamily="18" charset="0"/>
              <a:cs typeface="Times New Roman" panose="02020603050405020304" pitchFamily="18" charset="0"/>
            </a:endParaRPr>
          </a:p>
          <a:p>
            <a:pPr lvl="0"/>
            <a:r>
              <a:rPr lang="en-US" sz="1900" dirty="0" err="1">
                <a:latin typeface="Times New Roman" panose="02020603050405020304" pitchFamily="18" charset="0"/>
                <a:cs typeface="Times New Roman" panose="02020603050405020304" pitchFamily="18" charset="0"/>
              </a:rPr>
              <a:t>Streamlit</a:t>
            </a:r>
            <a:r>
              <a:rPr lang="en-US" sz="1900" dirty="0">
                <a:latin typeface="Times New Roman" panose="02020603050405020304" pitchFamily="18" charset="0"/>
                <a:cs typeface="Times New Roman" panose="02020603050405020304" pitchFamily="18" charset="0"/>
              </a:rPr>
              <a:t> UI displays customer data and the encrypted wire format side-by-side, making encryption visible in real time.</a:t>
            </a:r>
          </a:p>
          <a:p>
            <a:pPr algn="just"/>
            <a:endParaRPr lang="en-US" sz="1900" dirty="0">
              <a:latin typeface="Times New Roman" panose="02020603050405020304" pitchFamily="18" charset="0"/>
              <a:cs typeface="Times New Roman" panose="02020603050405020304" pitchFamily="18" charset="0"/>
            </a:endParaRPr>
          </a:p>
          <a:p>
            <a:pPr algn="just"/>
            <a:endParaRPr lang="en-IN"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0869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0E877-E3CE-33B8-C461-9BC80C6EE74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E0E4028-8E9C-CA90-4086-D78396001F2B}"/>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3" name="object 3">
            <a:extLst>
              <a:ext uri="{FF2B5EF4-FFF2-40B4-BE49-F238E27FC236}">
                <a16:creationId xmlns:a16="http://schemas.microsoft.com/office/drawing/2014/main" id="{9D7C8076-89CA-21D6-455F-E893EB2FFEAB}"/>
              </a:ext>
            </a:extLst>
          </p:cNvPr>
          <p:cNvSpPr/>
          <p:nvPr/>
        </p:nvSpPr>
        <p:spPr>
          <a:xfrm>
            <a:off x="1374468" y="1088588"/>
            <a:ext cx="9607550" cy="0"/>
          </a:xfrm>
          <a:custGeom>
            <a:avLst/>
            <a:gdLst/>
            <a:ahLst/>
            <a:cxnLst/>
            <a:rect l="l" t="t" r="r" b="b"/>
            <a:pathLst>
              <a:path w="9607550">
                <a:moveTo>
                  <a:pt x="0" y="0"/>
                </a:moveTo>
                <a:lnTo>
                  <a:pt x="9607423" y="0"/>
                </a:lnTo>
              </a:path>
            </a:pathLst>
          </a:custGeom>
          <a:ln w="31750">
            <a:solidFill>
              <a:srgbClr val="B71E42"/>
            </a:solidFill>
          </a:ln>
        </p:spPr>
        <p:txBody>
          <a:bodyPr wrap="square" lIns="0" tIns="0" rIns="0" bIns="0" rtlCol="0"/>
          <a:lstStyle/>
          <a:p>
            <a:endParaRPr/>
          </a:p>
        </p:txBody>
      </p:sp>
      <p:grpSp>
        <p:nvGrpSpPr>
          <p:cNvPr id="10" name="object 10">
            <a:extLst>
              <a:ext uri="{FF2B5EF4-FFF2-40B4-BE49-F238E27FC236}">
                <a16:creationId xmlns:a16="http://schemas.microsoft.com/office/drawing/2014/main" id="{967F939C-400D-9C46-739A-594DC9A6E8C9}"/>
              </a:ext>
            </a:extLst>
          </p:cNvPr>
          <p:cNvGrpSpPr/>
          <p:nvPr/>
        </p:nvGrpSpPr>
        <p:grpSpPr>
          <a:xfrm>
            <a:off x="0" y="6534150"/>
            <a:ext cx="12192000" cy="327025"/>
            <a:chOff x="0" y="6534150"/>
            <a:chExt cx="12192000" cy="327025"/>
          </a:xfrm>
        </p:grpSpPr>
        <p:sp>
          <p:nvSpPr>
            <p:cNvPr id="11" name="object 11">
              <a:extLst>
                <a:ext uri="{FF2B5EF4-FFF2-40B4-BE49-F238E27FC236}">
                  <a16:creationId xmlns:a16="http://schemas.microsoft.com/office/drawing/2014/main" id="{94163614-7B24-98CA-F95E-924F4C6D402F}"/>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pic>
          <p:nvPicPr>
            <p:cNvPr id="12" name="object 12">
              <a:extLst>
                <a:ext uri="{FF2B5EF4-FFF2-40B4-BE49-F238E27FC236}">
                  <a16:creationId xmlns:a16="http://schemas.microsoft.com/office/drawing/2014/main" id="{DAB87638-72D1-7268-9A50-A272A408A6E7}"/>
                </a:ext>
              </a:extLst>
            </p:cNvPr>
            <p:cNvPicPr/>
            <p:nvPr/>
          </p:nvPicPr>
          <p:blipFill>
            <a:blip r:embed="rId2" cstate="print"/>
            <a:stretch>
              <a:fillRect/>
            </a:stretch>
          </p:blipFill>
          <p:spPr>
            <a:xfrm>
              <a:off x="104090" y="6640995"/>
              <a:ext cx="1716899" cy="219824"/>
            </a:xfrm>
            <a:prstGeom prst="rect">
              <a:avLst/>
            </a:prstGeom>
          </p:spPr>
        </p:pic>
      </p:grpSp>
      <p:sp>
        <p:nvSpPr>
          <p:cNvPr id="15" name="object 5">
            <a:extLst>
              <a:ext uri="{FF2B5EF4-FFF2-40B4-BE49-F238E27FC236}">
                <a16:creationId xmlns:a16="http://schemas.microsoft.com/office/drawing/2014/main" id="{36E35D87-C4A9-194C-88A8-6FA844ACD8B7}"/>
              </a:ext>
            </a:extLst>
          </p:cNvPr>
          <p:cNvSpPr/>
          <p:nvPr/>
        </p:nvSpPr>
        <p:spPr>
          <a:xfrm>
            <a:off x="-12771" y="30393"/>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E124A437-BD23-0A1F-6407-8F6085AADB25}"/>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sp>
        <p:nvSpPr>
          <p:cNvPr id="5" name="TextBox 4">
            <a:extLst>
              <a:ext uri="{FF2B5EF4-FFF2-40B4-BE49-F238E27FC236}">
                <a16:creationId xmlns:a16="http://schemas.microsoft.com/office/drawing/2014/main" id="{C08F4C8E-9FD7-9263-D1DD-08EB0A321082}"/>
              </a:ext>
            </a:extLst>
          </p:cNvPr>
          <p:cNvSpPr txBox="1"/>
          <p:nvPr/>
        </p:nvSpPr>
        <p:spPr>
          <a:xfrm>
            <a:off x="104090" y="152400"/>
            <a:ext cx="7058710" cy="584775"/>
          </a:xfrm>
          <a:prstGeom prst="rect">
            <a:avLst/>
          </a:prstGeom>
          <a:noFill/>
        </p:spPr>
        <p:txBody>
          <a:bodyPr wrap="square" rtlCol="0">
            <a:spAutoFit/>
          </a:bodyPr>
          <a:lstStyle/>
          <a:p>
            <a:r>
              <a:rPr lang="en-IN" sz="3200" b="1" dirty="0">
                <a:solidFill>
                  <a:schemeClr val="bg1"/>
                </a:solidFill>
                <a:latin typeface="Times New Roman" panose="02020603050405020304" pitchFamily="18" charset="0"/>
                <a:cs typeface="Times New Roman" panose="02020603050405020304" pitchFamily="18" charset="0"/>
              </a:rPr>
              <a:t>Results</a:t>
            </a:r>
          </a:p>
        </p:txBody>
      </p:sp>
      <p:sp>
        <p:nvSpPr>
          <p:cNvPr id="4" name="Slide Number Placeholder 3">
            <a:extLst>
              <a:ext uri="{FF2B5EF4-FFF2-40B4-BE49-F238E27FC236}">
                <a16:creationId xmlns:a16="http://schemas.microsoft.com/office/drawing/2014/main" id="{13988BD5-A288-48F8-F501-37F7323320C8}"/>
              </a:ext>
            </a:extLst>
          </p:cNvPr>
          <p:cNvSpPr>
            <a:spLocks noGrp="1"/>
          </p:cNvSpPr>
          <p:nvPr>
            <p:ph type="sldNum" sz="quarter" idx="7"/>
          </p:nvPr>
        </p:nvSpPr>
        <p:spPr>
          <a:xfrm>
            <a:off x="9067800" y="6510521"/>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10</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4" name="Text Placeholder 2">
            <a:extLst>
              <a:ext uri="{FF2B5EF4-FFF2-40B4-BE49-F238E27FC236}">
                <a16:creationId xmlns:a16="http://schemas.microsoft.com/office/drawing/2014/main" id="{76529B09-166F-5E9D-D7FE-2C06A6C228E6}"/>
              </a:ext>
            </a:extLst>
          </p:cNvPr>
          <p:cNvSpPr>
            <a:spLocks noGrp="1"/>
          </p:cNvSpPr>
          <p:nvPr>
            <p:ph type="body" idx="1"/>
          </p:nvPr>
        </p:nvSpPr>
        <p:spPr>
          <a:xfrm>
            <a:off x="167313" y="1035534"/>
            <a:ext cx="11920597" cy="4308872"/>
          </a:xfrm>
        </p:spPr>
        <p:txBody>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The full payment flow succeeds end to end. </a:t>
            </a:r>
          </a:p>
          <a:p>
            <a:pPr algn="just"/>
            <a:r>
              <a:rPr lang="en-US" sz="2000" dirty="0">
                <a:latin typeface="Times New Roman" panose="02020603050405020304" pitchFamily="18" charset="0"/>
                <a:cs typeface="Times New Roman" panose="02020603050405020304" pitchFamily="18" charset="0"/>
              </a:rPr>
              <a:t>A complete transaction sign-up, shopping, checkout, and gateway verification  runs in real time. The order is signed, encrypted, and approved with an authorization code, while the wire view confirms only ciphertext is visible, never card details.</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Every attack is detected and blocked</a:t>
            </a:r>
          </a:p>
          <a:p>
            <a:pPr algn="just"/>
            <a:r>
              <a:rPr lang="en-US" sz="2000" dirty="0">
                <a:latin typeface="Times New Roman" panose="02020603050405020304" pitchFamily="18" charset="0"/>
                <a:cs typeface="Times New Roman" panose="02020603050405020304" pitchFamily="18" charset="0"/>
              </a:rPr>
              <a:t>All six simulated attacks fail against the live system: bit-flipped ciphertext and forged HMACs fail integrity checks, forged signatures fail verification, wrong private keys cannot unwrap the AES key, replayed envelopes are refused via transaction ID, and swapped UPI QRs fail signature checks.</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The results show why layered security matters. </a:t>
            </a:r>
          </a:p>
          <a:p>
            <a:pPr algn="just"/>
            <a:r>
              <a:rPr lang="en-US" sz="2000" dirty="0">
                <a:latin typeface="Times New Roman" panose="02020603050405020304" pitchFamily="18" charset="0"/>
                <a:cs typeface="Times New Roman" panose="02020603050405020304" pitchFamily="18" charset="0"/>
              </a:rPr>
              <a:t>No single algorithm carries the whole burden: encryption hides data, signatures prove origin, HMACs catch tampering, and transaction IDs stop replay. Cards protect the data itself, while UPI protects the authenticity of the request.</a:t>
            </a:r>
          </a:p>
        </p:txBody>
      </p:sp>
      <p:pic>
        <p:nvPicPr>
          <p:cNvPr id="16" name="Picture 15">
            <a:extLst>
              <a:ext uri="{FF2B5EF4-FFF2-40B4-BE49-F238E27FC236}">
                <a16:creationId xmlns:a16="http://schemas.microsoft.com/office/drawing/2014/main" id="{CCF0CEB2-D57C-95E9-BEC6-CEDC43773E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6946" y="37650"/>
            <a:ext cx="915054" cy="875877"/>
          </a:xfrm>
          <a:prstGeom prst="rect">
            <a:avLst/>
          </a:prstGeom>
        </p:spPr>
      </p:pic>
    </p:spTree>
    <p:extLst>
      <p:ext uri="{BB962C8B-B14F-4D97-AF65-F5344CB8AC3E}">
        <p14:creationId xmlns:p14="http://schemas.microsoft.com/office/powerpoint/2010/main" val="3304575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D3CC3-6495-9E82-D60B-A691C5BE1D5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BBDFDA5-32A5-C895-1BFE-677E43638B92}"/>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3" name="object 3">
            <a:extLst>
              <a:ext uri="{FF2B5EF4-FFF2-40B4-BE49-F238E27FC236}">
                <a16:creationId xmlns:a16="http://schemas.microsoft.com/office/drawing/2014/main" id="{85D273FF-61B4-4A16-B213-2D16C4DC2817}"/>
              </a:ext>
            </a:extLst>
          </p:cNvPr>
          <p:cNvSpPr/>
          <p:nvPr/>
        </p:nvSpPr>
        <p:spPr>
          <a:xfrm>
            <a:off x="1374468" y="1088588"/>
            <a:ext cx="9607550" cy="0"/>
          </a:xfrm>
          <a:custGeom>
            <a:avLst/>
            <a:gdLst/>
            <a:ahLst/>
            <a:cxnLst/>
            <a:rect l="l" t="t" r="r" b="b"/>
            <a:pathLst>
              <a:path w="9607550">
                <a:moveTo>
                  <a:pt x="0" y="0"/>
                </a:moveTo>
                <a:lnTo>
                  <a:pt x="9607423" y="0"/>
                </a:lnTo>
              </a:path>
            </a:pathLst>
          </a:custGeom>
          <a:ln w="31750">
            <a:solidFill>
              <a:srgbClr val="B71E42"/>
            </a:solidFill>
          </a:ln>
        </p:spPr>
        <p:txBody>
          <a:bodyPr wrap="square" lIns="0" tIns="0" rIns="0" bIns="0" rtlCol="0"/>
          <a:lstStyle/>
          <a:p>
            <a:endParaRPr/>
          </a:p>
        </p:txBody>
      </p:sp>
      <p:grpSp>
        <p:nvGrpSpPr>
          <p:cNvPr id="10" name="object 10">
            <a:extLst>
              <a:ext uri="{FF2B5EF4-FFF2-40B4-BE49-F238E27FC236}">
                <a16:creationId xmlns:a16="http://schemas.microsoft.com/office/drawing/2014/main" id="{05BE2AE1-EB15-9595-2231-4CFA9A91B156}"/>
              </a:ext>
            </a:extLst>
          </p:cNvPr>
          <p:cNvGrpSpPr/>
          <p:nvPr/>
        </p:nvGrpSpPr>
        <p:grpSpPr>
          <a:xfrm>
            <a:off x="0" y="6534150"/>
            <a:ext cx="12192000" cy="327025"/>
            <a:chOff x="0" y="6534150"/>
            <a:chExt cx="12192000" cy="327025"/>
          </a:xfrm>
        </p:grpSpPr>
        <p:sp>
          <p:nvSpPr>
            <p:cNvPr id="11" name="object 11">
              <a:extLst>
                <a:ext uri="{FF2B5EF4-FFF2-40B4-BE49-F238E27FC236}">
                  <a16:creationId xmlns:a16="http://schemas.microsoft.com/office/drawing/2014/main" id="{80CE1AE4-1198-ACC4-FA29-B2B45F84FF19}"/>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pic>
          <p:nvPicPr>
            <p:cNvPr id="12" name="object 12">
              <a:extLst>
                <a:ext uri="{FF2B5EF4-FFF2-40B4-BE49-F238E27FC236}">
                  <a16:creationId xmlns:a16="http://schemas.microsoft.com/office/drawing/2014/main" id="{C78A3509-7D26-0752-A0B7-1425C5BF9DFD}"/>
                </a:ext>
              </a:extLst>
            </p:cNvPr>
            <p:cNvPicPr/>
            <p:nvPr/>
          </p:nvPicPr>
          <p:blipFill>
            <a:blip r:embed="rId2" cstate="print"/>
            <a:stretch>
              <a:fillRect/>
            </a:stretch>
          </p:blipFill>
          <p:spPr>
            <a:xfrm>
              <a:off x="104090" y="6640995"/>
              <a:ext cx="1716899" cy="219824"/>
            </a:xfrm>
            <a:prstGeom prst="rect">
              <a:avLst/>
            </a:prstGeom>
          </p:spPr>
        </p:pic>
      </p:grpSp>
      <p:sp>
        <p:nvSpPr>
          <p:cNvPr id="15" name="object 5">
            <a:extLst>
              <a:ext uri="{FF2B5EF4-FFF2-40B4-BE49-F238E27FC236}">
                <a16:creationId xmlns:a16="http://schemas.microsoft.com/office/drawing/2014/main" id="{F7E20440-9ED0-1FB3-4F82-ECFD380DE380}"/>
              </a:ext>
            </a:extLst>
          </p:cNvPr>
          <p:cNvSpPr/>
          <p:nvPr/>
        </p:nvSpPr>
        <p:spPr>
          <a:xfrm>
            <a:off x="-12771" y="30393"/>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7586862C-4BB2-248B-8205-1FADAED927C4}"/>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sp>
        <p:nvSpPr>
          <p:cNvPr id="5" name="TextBox 4">
            <a:extLst>
              <a:ext uri="{FF2B5EF4-FFF2-40B4-BE49-F238E27FC236}">
                <a16:creationId xmlns:a16="http://schemas.microsoft.com/office/drawing/2014/main" id="{8546C025-132B-6F7F-E87B-FDB63518548E}"/>
              </a:ext>
            </a:extLst>
          </p:cNvPr>
          <p:cNvSpPr txBox="1"/>
          <p:nvPr/>
        </p:nvSpPr>
        <p:spPr>
          <a:xfrm>
            <a:off x="104090" y="152400"/>
            <a:ext cx="7058710" cy="584775"/>
          </a:xfrm>
          <a:prstGeom prst="rect">
            <a:avLst/>
          </a:prstGeom>
          <a:noFill/>
        </p:spPr>
        <p:txBody>
          <a:bodyPr wrap="square" rtlCol="0">
            <a:spAutoFit/>
          </a:bodyPr>
          <a:lstStyle/>
          <a:p>
            <a:r>
              <a:rPr lang="en-IN" sz="3200" b="1" dirty="0">
                <a:solidFill>
                  <a:schemeClr val="bg1"/>
                </a:solidFill>
                <a:latin typeface="Times New Roman" panose="02020603050405020304" pitchFamily="18" charset="0"/>
                <a:cs typeface="Times New Roman" panose="02020603050405020304" pitchFamily="18" charset="0"/>
              </a:rPr>
              <a:t>Results :</a:t>
            </a:r>
            <a:r>
              <a:rPr lang="en-US" sz="3200" b="1" dirty="0">
                <a:solidFill>
                  <a:schemeClr val="bg1"/>
                </a:solidFill>
              </a:rPr>
              <a:t>End-to-End Secure Transaction</a:t>
            </a:r>
            <a:endParaRPr lang="en-IN" sz="3200" b="1"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C3958B0-5DE7-F8C6-7A60-F7BD1FC24FD8}"/>
              </a:ext>
            </a:extLst>
          </p:cNvPr>
          <p:cNvSpPr>
            <a:spLocks noGrp="1"/>
          </p:cNvSpPr>
          <p:nvPr>
            <p:ph type="sldNum" sz="quarter" idx="7"/>
          </p:nvPr>
        </p:nvSpPr>
        <p:spPr>
          <a:xfrm>
            <a:off x="9067800" y="6510521"/>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11</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4" name="Text Placeholder 2">
            <a:extLst>
              <a:ext uri="{FF2B5EF4-FFF2-40B4-BE49-F238E27FC236}">
                <a16:creationId xmlns:a16="http://schemas.microsoft.com/office/drawing/2014/main" id="{6EB93610-9FCF-2293-66E0-EA87948DF161}"/>
              </a:ext>
            </a:extLst>
          </p:cNvPr>
          <p:cNvSpPr>
            <a:spLocks noGrp="1"/>
          </p:cNvSpPr>
          <p:nvPr>
            <p:ph type="body" idx="1"/>
          </p:nvPr>
        </p:nvSpPr>
        <p:spPr>
          <a:xfrm>
            <a:off x="167313" y="1035534"/>
            <a:ext cx="11920597" cy="307777"/>
          </a:xfrm>
        </p:spPr>
        <p:txBody>
          <a:bodyPr/>
          <a:lstStyle/>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AC3BE276-2631-3C0B-8356-5340E8F5376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6946" y="37650"/>
            <a:ext cx="915054" cy="875877"/>
          </a:xfrm>
          <a:prstGeom prst="rect">
            <a:avLst/>
          </a:prstGeom>
        </p:spPr>
      </p:pic>
      <p:pic>
        <p:nvPicPr>
          <p:cNvPr id="7" name="Picture 6">
            <a:extLst>
              <a:ext uri="{FF2B5EF4-FFF2-40B4-BE49-F238E27FC236}">
                <a16:creationId xmlns:a16="http://schemas.microsoft.com/office/drawing/2014/main" id="{62F6EE91-9142-7316-1B34-B74FB5B42D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453" y="1150023"/>
            <a:ext cx="6013747" cy="4936475"/>
          </a:xfrm>
          <a:prstGeom prst="rect">
            <a:avLst/>
          </a:prstGeom>
        </p:spPr>
      </p:pic>
      <p:pic>
        <p:nvPicPr>
          <p:cNvPr id="9" name="Picture 8">
            <a:extLst>
              <a:ext uri="{FF2B5EF4-FFF2-40B4-BE49-F238E27FC236}">
                <a16:creationId xmlns:a16="http://schemas.microsoft.com/office/drawing/2014/main" id="{EA6854DF-1B31-FEB8-211E-9BDF105EBD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31199" y="1165764"/>
            <a:ext cx="5486400" cy="4920733"/>
          </a:xfrm>
          <a:prstGeom prst="rect">
            <a:avLst/>
          </a:prstGeom>
        </p:spPr>
      </p:pic>
    </p:spTree>
    <p:extLst>
      <p:ext uri="{BB962C8B-B14F-4D97-AF65-F5344CB8AC3E}">
        <p14:creationId xmlns:p14="http://schemas.microsoft.com/office/powerpoint/2010/main" val="1872669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E0C63-221C-18A8-D30E-5BF700CF31B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8DD0AF0-9508-724A-17F6-D68A14EE8996}"/>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3" name="object 3">
            <a:extLst>
              <a:ext uri="{FF2B5EF4-FFF2-40B4-BE49-F238E27FC236}">
                <a16:creationId xmlns:a16="http://schemas.microsoft.com/office/drawing/2014/main" id="{81C64DD9-7AD2-623E-26DA-4F0B5BFA9550}"/>
              </a:ext>
            </a:extLst>
          </p:cNvPr>
          <p:cNvSpPr/>
          <p:nvPr/>
        </p:nvSpPr>
        <p:spPr>
          <a:xfrm>
            <a:off x="1374468" y="1088588"/>
            <a:ext cx="9607550" cy="0"/>
          </a:xfrm>
          <a:custGeom>
            <a:avLst/>
            <a:gdLst/>
            <a:ahLst/>
            <a:cxnLst/>
            <a:rect l="l" t="t" r="r" b="b"/>
            <a:pathLst>
              <a:path w="9607550">
                <a:moveTo>
                  <a:pt x="0" y="0"/>
                </a:moveTo>
                <a:lnTo>
                  <a:pt x="9607423" y="0"/>
                </a:lnTo>
              </a:path>
            </a:pathLst>
          </a:custGeom>
          <a:ln w="31750">
            <a:solidFill>
              <a:srgbClr val="B71E42"/>
            </a:solidFill>
          </a:ln>
        </p:spPr>
        <p:txBody>
          <a:bodyPr wrap="square" lIns="0" tIns="0" rIns="0" bIns="0" rtlCol="0"/>
          <a:lstStyle/>
          <a:p>
            <a:endParaRPr/>
          </a:p>
        </p:txBody>
      </p:sp>
      <p:grpSp>
        <p:nvGrpSpPr>
          <p:cNvPr id="10" name="object 10">
            <a:extLst>
              <a:ext uri="{FF2B5EF4-FFF2-40B4-BE49-F238E27FC236}">
                <a16:creationId xmlns:a16="http://schemas.microsoft.com/office/drawing/2014/main" id="{87142F3D-F4D4-512B-3B98-BACA1747BA30}"/>
              </a:ext>
            </a:extLst>
          </p:cNvPr>
          <p:cNvGrpSpPr/>
          <p:nvPr/>
        </p:nvGrpSpPr>
        <p:grpSpPr>
          <a:xfrm>
            <a:off x="0" y="6534150"/>
            <a:ext cx="12192000" cy="327025"/>
            <a:chOff x="0" y="6534150"/>
            <a:chExt cx="12192000" cy="327025"/>
          </a:xfrm>
        </p:grpSpPr>
        <p:sp>
          <p:nvSpPr>
            <p:cNvPr id="11" name="object 11">
              <a:extLst>
                <a:ext uri="{FF2B5EF4-FFF2-40B4-BE49-F238E27FC236}">
                  <a16:creationId xmlns:a16="http://schemas.microsoft.com/office/drawing/2014/main" id="{A1CB54CD-EA25-BFD4-64FC-95A06D976A28}"/>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pic>
          <p:nvPicPr>
            <p:cNvPr id="12" name="object 12">
              <a:extLst>
                <a:ext uri="{FF2B5EF4-FFF2-40B4-BE49-F238E27FC236}">
                  <a16:creationId xmlns:a16="http://schemas.microsoft.com/office/drawing/2014/main" id="{F93A8A98-1613-A07C-33B5-A563766715EB}"/>
                </a:ext>
              </a:extLst>
            </p:cNvPr>
            <p:cNvPicPr/>
            <p:nvPr/>
          </p:nvPicPr>
          <p:blipFill>
            <a:blip r:embed="rId2" cstate="print"/>
            <a:stretch>
              <a:fillRect/>
            </a:stretch>
          </p:blipFill>
          <p:spPr>
            <a:xfrm>
              <a:off x="104090" y="6640995"/>
              <a:ext cx="1716899" cy="219824"/>
            </a:xfrm>
            <a:prstGeom prst="rect">
              <a:avLst/>
            </a:prstGeom>
          </p:spPr>
        </p:pic>
      </p:grpSp>
      <p:sp>
        <p:nvSpPr>
          <p:cNvPr id="15" name="object 5">
            <a:extLst>
              <a:ext uri="{FF2B5EF4-FFF2-40B4-BE49-F238E27FC236}">
                <a16:creationId xmlns:a16="http://schemas.microsoft.com/office/drawing/2014/main" id="{B98CB3A4-C581-D8FF-B68B-12221B3D70D1}"/>
              </a:ext>
            </a:extLst>
          </p:cNvPr>
          <p:cNvSpPr/>
          <p:nvPr/>
        </p:nvSpPr>
        <p:spPr>
          <a:xfrm>
            <a:off x="-12771" y="30393"/>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A3D98ED4-FE28-E11D-F4BC-EA693827F7F7}"/>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sp>
        <p:nvSpPr>
          <p:cNvPr id="5" name="TextBox 4">
            <a:extLst>
              <a:ext uri="{FF2B5EF4-FFF2-40B4-BE49-F238E27FC236}">
                <a16:creationId xmlns:a16="http://schemas.microsoft.com/office/drawing/2014/main" id="{F7626178-74A8-0FC0-CDDC-627128A7053C}"/>
              </a:ext>
            </a:extLst>
          </p:cNvPr>
          <p:cNvSpPr txBox="1"/>
          <p:nvPr/>
        </p:nvSpPr>
        <p:spPr>
          <a:xfrm>
            <a:off x="104090" y="152400"/>
            <a:ext cx="7058710" cy="1077218"/>
          </a:xfrm>
          <a:prstGeom prst="rect">
            <a:avLst/>
          </a:prstGeom>
          <a:noFill/>
        </p:spPr>
        <p:txBody>
          <a:bodyPr wrap="square" rtlCol="0">
            <a:spAutoFit/>
          </a:bodyPr>
          <a:lstStyle/>
          <a:p>
            <a:r>
              <a:rPr lang="en-IN" sz="3200" b="1" dirty="0">
                <a:solidFill>
                  <a:schemeClr val="bg1"/>
                </a:solidFill>
                <a:latin typeface="Times New Roman" panose="02020603050405020304" pitchFamily="18" charset="0"/>
                <a:cs typeface="Times New Roman" panose="02020603050405020304" pitchFamily="18" charset="0"/>
              </a:rPr>
              <a:t>Results:</a:t>
            </a:r>
            <a:r>
              <a:rPr lang="en-US" sz="3200" b="1" dirty="0">
                <a:solidFill>
                  <a:schemeClr val="bg1"/>
                </a:solidFill>
                <a:latin typeface="Times New Roman" panose="02020603050405020304" pitchFamily="18" charset="0"/>
                <a:cs typeface="Times New Roman" panose="02020603050405020304" pitchFamily="18" charset="0"/>
              </a:rPr>
              <a:t>Attack Lab </a:t>
            </a:r>
          </a:p>
          <a:p>
            <a:endParaRPr lang="en-IN" sz="3200" b="1"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C5C4A6A-340C-2C43-5FB8-C2EB8FCC9066}"/>
              </a:ext>
            </a:extLst>
          </p:cNvPr>
          <p:cNvSpPr>
            <a:spLocks noGrp="1"/>
          </p:cNvSpPr>
          <p:nvPr>
            <p:ph type="sldNum" sz="quarter" idx="7"/>
          </p:nvPr>
        </p:nvSpPr>
        <p:spPr>
          <a:xfrm>
            <a:off x="9067800" y="6510521"/>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12</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4" name="Text Placeholder 2">
            <a:extLst>
              <a:ext uri="{FF2B5EF4-FFF2-40B4-BE49-F238E27FC236}">
                <a16:creationId xmlns:a16="http://schemas.microsoft.com/office/drawing/2014/main" id="{E74EC655-B225-B91F-3DE7-6419B7ED3F40}"/>
              </a:ext>
            </a:extLst>
          </p:cNvPr>
          <p:cNvSpPr>
            <a:spLocks noGrp="1"/>
          </p:cNvSpPr>
          <p:nvPr>
            <p:ph type="body" idx="1"/>
          </p:nvPr>
        </p:nvSpPr>
        <p:spPr>
          <a:xfrm>
            <a:off x="167313" y="1035534"/>
            <a:ext cx="11920597" cy="307777"/>
          </a:xfrm>
        </p:spPr>
        <p:txBody>
          <a:bodyPr/>
          <a:lstStyle/>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493C17E5-0006-F2D9-EA25-1D659F005AD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6946" y="37650"/>
            <a:ext cx="915054" cy="875877"/>
          </a:xfrm>
          <a:prstGeom prst="rect">
            <a:avLst/>
          </a:prstGeom>
        </p:spPr>
      </p:pic>
      <p:pic>
        <p:nvPicPr>
          <p:cNvPr id="7" name="Picture 6">
            <a:extLst>
              <a:ext uri="{FF2B5EF4-FFF2-40B4-BE49-F238E27FC236}">
                <a16:creationId xmlns:a16="http://schemas.microsoft.com/office/drawing/2014/main" id="{2133A249-E4A1-4884-D5F0-78E758B09A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503" y="1182198"/>
            <a:ext cx="9677400" cy="4732402"/>
          </a:xfrm>
          <a:prstGeom prst="rect">
            <a:avLst/>
          </a:prstGeom>
        </p:spPr>
      </p:pic>
    </p:spTree>
    <p:extLst>
      <p:ext uri="{BB962C8B-B14F-4D97-AF65-F5344CB8AC3E}">
        <p14:creationId xmlns:p14="http://schemas.microsoft.com/office/powerpoint/2010/main" val="3147668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02B70-559C-8806-453D-59F21BC566C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ACE2039-F270-668F-6646-04F947A09FCE}"/>
              </a:ext>
            </a:extLst>
          </p:cNvPr>
          <p:cNvSpPr/>
          <p:nvPr/>
        </p:nvSpPr>
        <p:spPr>
          <a:xfrm>
            <a:off x="4763" y="6122987"/>
            <a:ext cx="12187555" cy="12700"/>
          </a:xfrm>
          <a:custGeom>
            <a:avLst/>
            <a:gdLst/>
            <a:ahLst/>
            <a:cxnLst/>
            <a:rect l="l" t="t" r="r" b="b"/>
            <a:pathLst>
              <a:path w="12187555" h="12700">
                <a:moveTo>
                  <a:pt x="0" y="12700"/>
                </a:moveTo>
                <a:lnTo>
                  <a:pt x="12187236" y="12700"/>
                </a:lnTo>
                <a:lnTo>
                  <a:pt x="12187236" y="0"/>
                </a:lnTo>
                <a:lnTo>
                  <a:pt x="0" y="0"/>
                </a:lnTo>
                <a:lnTo>
                  <a:pt x="0" y="12700"/>
                </a:lnTo>
                <a:close/>
              </a:path>
            </a:pathLst>
          </a:custGeom>
          <a:solidFill>
            <a:srgbClr val="000000"/>
          </a:solidFill>
        </p:spPr>
        <p:txBody>
          <a:bodyPr wrap="square" lIns="0" tIns="0" rIns="0" bIns="0" rtlCol="0"/>
          <a:lstStyle/>
          <a:p>
            <a:endParaRPr/>
          </a:p>
        </p:txBody>
      </p:sp>
      <p:sp>
        <p:nvSpPr>
          <p:cNvPr id="3" name="object 3">
            <a:extLst>
              <a:ext uri="{FF2B5EF4-FFF2-40B4-BE49-F238E27FC236}">
                <a16:creationId xmlns:a16="http://schemas.microsoft.com/office/drawing/2014/main" id="{0632F3E0-182F-5E5A-F4C0-0520BB1C926D}"/>
              </a:ext>
            </a:extLst>
          </p:cNvPr>
          <p:cNvSpPr/>
          <p:nvPr/>
        </p:nvSpPr>
        <p:spPr>
          <a:xfrm>
            <a:off x="1374468" y="1088588"/>
            <a:ext cx="9607550" cy="0"/>
          </a:xfrm>
          <a:custGeom>
            <a:avLst/>
            <a:gdLst/>
            <a:ahLst/>
            <a:cxnLst/>
            <a:rect l="l" t="t" r="r" b="b"/>
            <a:pathLst>
              <a:path w="9607550">
                <a:moveTo>
                  <a:pt x="0" y="0"/>
                </a:moveTo>
                <a:lnTo>
                  <a:pt x="9607423" y="0"/>
                </a:lnTo>
              </a:path>
            </a:pathLst>
          </a:custGeom>
          <a:ln w="31750">
            <a:solidFill>
              <a:srgbClr val="B71E42"/>
            </a:solidFill>
          </a:ln>
        </p:spPr>
        <p:txBody>
          <a:bodyPr wrap="square" lIns="0" tIns="0" rIns="0" bIns="0" rtlCol="0"/>
          <a:lstStyle/>
          <a:p>
            <a:endParaRPr/>
          </a:p>
        </p:txBody>
      </p:sp>
      <p:grpSp>
        <p:nvGrpSpPr>
          <p:cNvPr id="10" name="object 10">
            <a:extLst>
              <a:ext uri="{FF2B5EF4-FFF2-40B4-BE49-F238E27FC236}">
                <a16:creationId xmlns:a16="http://schemas.microsoft.com/office/drawing/2014/main" id="{A7483551-89CF-F2F1-C269-60AA4B1FEA0D}"/>
              </a:ext>
            </a:extLst>
          </p:cNvPr>
          <p:cNvGrpSpPr/>
          <p:nvPr/>
        </p:nvGrpSpPr>
        <p:grpSpPr>
          <a:xfrm>
            <a:off x="0" y="6534150"/>
            <a:ext cx="12192000" cy="327025"/>
            <a:chOff x="0" y="6534150"/>
            <a:chExt cx="12192000" cy="327025"/>
          </a:xfrm>
        </p:grpSpPr>
        <p:sp>
          <p:nvSpPr>
            <p:cNvPr id="11" name="object 11">
              <a:extLst>
                <a:ext uri="{FF2B5EF4-FFF2-40B4-BE49-F238E27FC236}">
                  <a16:creationId xmlns:a16="http://schemas.microsoft.com/office/drawing/2014/main" id="{107A9EDC-497E-1340-EA79-D13990807982}"/>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pic>
          <p:nvPicPr>
            <p:cNvPr id="12" name="object 12">
              <a:extLst>
                <a:ext uri="{FF2B5EF4-FFF2-40B4-BE49-F238E27FC236}">
                  <a16:creationId xmlns:a16="http://schemas.microsoft.com/office/drawing/2014/main" id="{34C29480-7A12-5AB9-B328-1EAD818F1A63}"/>
                </a:ext>
              </a:extLst>
            </p:cNvPr>
            <p:cNvPicPr/>
            <p:nvPr/>
          </p:nvPicPr>
          <p:blipFill>
            <a:blip r:embed="rId2" cstate="print"/>
            <a:stretch>
              <a:fillRect/>
            </a:stretch>
          </p:blipFill>
          <p:spPr>
            <a:xfrm>
              <a:off x="104090" y="6640995"/>
              <a:ext cx="1716899" cy="219824"/>
            </a:xfrm>
            <a:prstGeom prst="rect">
              <a:avLst/>
            </a:prstGeom>
          </p:spPr>
        </p:pic>
      </p:grpSp>
      <p:sp>
        <p:nvSpPr>
          <p:cNvPr id="15" name="object 5">
            <a:extLst>
              <a:ext uri="{FF2B5EF4-FFF2-40B4-BE49-F238E27FC236}">
                <a16:creationId xmlns:a16="http://schemas.microsoft.com/office/drawing/2014/main" id="{1FC1E55A-31B1-DD8C-BE59-966776755C72}"/>
              </a:ext>
            </a:extLst>
          </p:cNvPr>
          <p:cNvSpPr/>
          <p:nvPr/>
        </p:nvSpPr>
        <p:spPr>
          <a:xfrm>
            <a:off x="-12771" y="30393"/>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3" name="Content Placeholder 2">
            <a:extLst>
              <a:ext uri="{FF2B5EF4-FFF2-40B4-BE49-F238E27FC236}">
                <a16:creationId xmlns:a16="http://schemas.microsoft.com/office/drawing/2014/main" id="{0C2C310B-9214-74A7-FF0C-E8E818D11495}"/>
              </a:ext>
            </a:extLst>
          </p:cNvPr>
          <p:cNvSpPr txBox="1">
            <a:spLocks/>
          </p:cNvSpPr>
          <p:nvPr/>
        </p:nvSpPr>
        <p:spPr>
          <a:xfrm>
            <a:off x="6888798" y="1468704"/>
            <a:ext cx="5303520" cy="27699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41300" indent="-228600" algn="just">
              <a:lnSpc>
                <a:spcPct val="150000"/>
              </a:lnSpc>
              <a:spcBef>
                <a:spcPts val="1510"/>
              </a:spcBef>
              <a:buClr>
                <a:srgbClr val="B71E42"/>
              </a:buClr>
              <a:buFont typeface="Arial MT"/>
              <a:buChar char="•"/>
              <a:tabLst>
                <a:tab pos="240665" algn="l"/>
                <a:tab pos="241300" algn="l"/>
              </a:tabLst>
            </a:pPr>
            <a:endParaRPr lang="en-US" sz="2400" b="1" dirty="0">
              <a:latin typeface="Trebuchet MS"/>
              <a:cs typeface="Trebuchet MS"/>
            </a:endParaRPr>
          </a:p>
        </p:txBody>
      </p:sp>
      <p:sp>
        <p:nvSpPr>
          <p:cNvPr id="5" name="TextBox 4">
            <a:extLst>
              <a:ext uri="{FF2B5EF4-FFF2-40B4-BE49-F238E27FC236}">
                <a16:creationId xmlns:a16="http://schemas.microsoft.com/office/drawing/2014/main" id="{7254532C-CD6E-CE29-A681-51E73C78C6D6}"/>
              </a:ext>
            </a:extLst>
          </p:cNvPr>
          <p:cNvSpPr txBox="1"/>
          <p:nvPr/>
        </p:nvSpPr>
        <p:spPr>
          <a:xfrm>
            <a:off x="104090" y="152400"/>
            <a:ext cx="8354110" cy="1077218"/>
          </a:xfrm>
          <a:prstGeom prst="rect">
            <a:avLst/>
          </a:prstGeom>
          <a:noFill/>
        </p:spPr>
        <p:txBody>
          <a:bodyPr wrap="square" rtlCol="0">
            <a:spAutoFit/>
          </a:bodyPr>
          <a:lstStyle/>
          <a:p>
            <a:r>
              <a:rPr lang="en-US" b="1" dirty="0"/>
              <a:t> </a:t>
            </a:r>
            <a:r>
              <a:rPr lang="en-US" sz="3200" b="1" dirty="0">
                <a:solidFill>
                  <a:schemeClr val="bg1"/>
                </a:solidFill>
                <a:latin typeface="Times New Roman" panose="02020603050405020304" pitchFamily="18" charset="0"/>
                <a:cs typeface="Times New Roman" panose="02020603050405020304" pitchFamily="18" charset="0"/>
              </a:rPr>
              <a:t>Discussion  </a:t>
            </a:r>
          </a:p>
          <a:p>
            <a:endParaRPr lang="en-IN" sz="3200" b="1" dirty="0">
              <a:solidFill>
                <a:schemeClr val="bg1"/>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2E9E1DD-5B93-402B-6EA4-F20D86910910}"/>
              </a:ext>
            </a:extLst>
          </p:cNvPr>
          <p:cNvSpPr>
            <a:spLocks noGrp="1"/>
          </p:cNvSpPr>
          <p:nvPr>
            <p:ph type="sldNum" sz="quarter" idx="7"/>
          </p:nvPr>
        </p:nvSpPr>
        <p:spPr>
          <a:xfrm>
            <a:off x="9067800" y="6510521"/>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13</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14" name="Text Placeholder 2">
            <a:extLst>
              <a:ext uri="{FF2B5EF4-FFF2-40B4-BE49-F238E27FC236}">
                <a16:creationId xmlns:a16="http://schemas.microsoft.com/office/drawing/2014/main" id="{9F1A7D25-91B8-7405-1287-9C4F08861940}"/>
              </a:ext>
            </a:extLst>
          </p:cNvPr>
          <p:cNvSpPr>
            <a:spLocks noGrp="1"/>
          </p:cNvSpPr>
          <p:nvPr>
            <p:ph type="body" idx="1"/>
          </p:nvPr>
        </p:nvSpPr>
        <p:spPr>
          <a:xfrm>
            <a:off x="167313" y="1035534"/>
            <a:ext cx="11920597" cy="5847755"/>
          </a:xfrm>
        </p:spPr>
        <p:txBody>
          <a:bodyPr/>
          <a:lstStyle/>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Limitations:</a:t>
            </a:r>
          </a:p>
          <a:p>
            <a:pPr lvl="0"/>
            <a:r>
              <a:rPr lang="en-US" sz="2000" b="1" dirty="0">
                <a:latin typeface="Times New Roman" panose="02020603050405020304" pitchFamily="18" charset="0"/>
                <a:cs typeface="Times New Roman" panose="02020603050405020304" pitchFamily="18" charset="0"/>
              </a:rPr>
              <a:t>Simulated Bank &amp; UPI Rails:</a:t>
            </a:r>
            <a:r>
              <a:rPr lang="en-US" sz="2000" dirty="0">
                <a:latin typeface="Times New Roman" panose="02020603050405020304" pitchFamily="18" charset="0"/>
                <a:cs typeface="Times New Roman" panose="02020603050405020304" pitchFamily="18" charset="0"/>
              </a:rPr>
              <a:t> The issuing bank and UPI network are simulated; no real financial networks (Visa/Mastercard/NPCI) are connected.</a:t>
            </a:r>
          </a:p>
          <a:p>
            <a:pPr lvl="0"/>
            <a:r>
              <a:rPr lang="en-US" sz="2000" b="1" dirty="0">
                <a:latin typeface="Times New Roman" panose="02020603050405020304" pitchFamily="18" charset="0"/>
                <a:cs typeface="Times New Roman" panose="02020603050405020304" pitchFamily="18" charset="0"/>
              </a:rPr>
              <a:t>No TLS/HTTPS:</a:t>
            </a:r>
            <a:r>
              <a:rPr lang="en-US" sz="2000" dirty="0">
                <a:latin typeface="Times New Roman" panose="02020603050405020304" pitchFamily="18" charset="0"/>
                <a:cs typeface="Times New Roman" panose="02020603050405020304" pitchFamily="18" charset="0"/>
              </a:rPr>
              <a:t> The system protects the payload (data), but not the transport channel itself. TLS is assumed to be present.</a:t>
            </a:r>
          </a:p>
          <a:p>
            <a:pPr lvl="0"/>
            <a:r>
              <a:rPr lang="en-US" sz="2000" b="1" dirty="0">
                <a:latin typeface="Times New Roman" panose="02020603050405020304" pitchFamily="18" charset="0"/>
                <a:cs typeface="Times New Roman" panose="02020603050405020304" pitchFamily="18" charset="0"/>
              </a:rPr>
              <a:t>Session-Based Keys:</a:t>
            </a:r>
            <a:r>
              <a:rPr lang="en-US" sz="2000" dirty="0">
                <a:latin typeface="Times New Roman" panose="02020603050405020304" pitchFamily="18" charset="0"/>
                <a:cs typeface="Times New Roman" panose="02020603050405020304" pitchFamily="18" charset="0"/>
              </a:rPr>
              <a:t> RSA keypairs are generated per session; there is no persistent key rotation or Hardware Security Module (HSM) integration.</a:t>
            </a:r>
          </a:p>
          <a:p>
            <a:pPr lvl="0"/>
            <a:r>
              <a:rPr lang="en-US" sz="2000" b="1" dirty="0">
                <a:latin typeface="Times New Roman" panose="02020603050405020304" pitchFamily="18" charset="0"/>
                <a:cs typeface="Times New Roman" panose="02020603050405020304" pitchFamily="18" charset="0"/>
              </a:rPr>
              <a:t>AES-CBC Mode:</a:t>
            </a:r>
            <a:r>
              <a:rPr lang="en-US" sz="2000" dirty="0">
                <a:latin typeface="Times New Roman" panose="02020603050405020304" pitchFamily="18" charset="0"/>
                <a:cs typeface="Times New Roman" panose="02020603050405020304" pitchFamily="18" charset="0"/>
              </a:rPr>
              <a:t> Uses AES-CBC; AES-GCM would provide authenticated encryption in a single cryptographic primitive.</a:t>
            </a:r>
          </a:p>
          <a:p>
            <a:pPr marL="342900" indent="-342900"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Future work:</a:t>
            </a:r>
          </a:p>
          <a:p>
            <a:pPr lvl="0"/>
            <a:r>
              <a:rPr lang="en-US" sz="2000" b="1" dirty="0">
                <a:latin typeface="Times New Roman" panose="02020603050405020304" pitchFamily="18" charset="0"/>
                <a:cs typeface="Times New Roman" panose="02020603050405020304" pitchFamily="18" charset="0"/>
              </a:rPr>
              <a:t>Integrate AES-GCM:</a:t>
            </a:r>
            <a:r>
              <a:rPr lang="en-US" sz="2000" dirty="0">
                <a:latin typeface="Times New Roman" panose="02020603050405020304" pitchFamily="18" charset="0"/>
                <a:cs typeface="Times New Roman" panose="02020603050405020304" pitchFamily="18" charset="0"/>
              </a:rPr>
              <a:t> Migrate to AES-GCM for authenticated encryption (eliminating the need for a separate HMAC).</a:t>
            </a:r>
          </a:p>
          <a:p>
            <a:pPr lvl="0"/>
            <a:r>
              <a:rPr lang="en-US" sz="2000" b="1" dirty="0">
                <a:latin typeface="Times New Roman" panose="02020603050405020304" pitchFamily="18" charset="0"/>
                <a:cs typeface="Times New Roman" panose="02020603050405020304" pitchFamily="18" charset="0"/>
              </a:rPr>
              <a:t>Deploy behind TLS 1.3:</a:t>
            </a:r>
            <a:r>
              <a:rPr lang="en-US" sz="2000" dirty="0">
                <a:latin typeface="Times New Roman" panose="02020603050405020304" pitchFamily="18" charset="0"/>
                <a:cs typeface="Times New Roman" panose="02020603050405020304" pitchFamily="18" charset="0"/>
              </a:rPr>
              <a:t> Add end-to-end transport security for the communication channel.</a:t>
            </a:r>
          </a:p>
          <a:p>
            <a:pPr lvl="0"/>
            <a:r>
              <a:rPr lang="en-US" sz="2000" b="1" dirty="0">
                <a:latin typeface="Times New Roman" panose="02020603050405020304" pitchFamily="18" charset="0"/>
                <a:cs typeface="Times New Roman" panose="02020603050405020304" pitchFamily="18" charset="0"/>
              </a:rPr>
              <a:t>Use Hardware Security Modules (HSMs):</a:t>
            </a:r>
            <a:r>
              <a:rPr lang="en-US" sz="2000" dirty="0">
                <a:latin typeface="Times New Roman" panose="02020603050405020304" pitchFamily="18" charset="0"/>
                <a:cs typeface="Times New Roman" panose="02020603050405020304" pitchFamily="18" charset="0"/>
              </a:rPr>
              <a:t> Store cryptographic keys securely in hardware rather than in memory.</a:t>
            </a:r>
          </a:p>
          <a:p>
            <a:pPr lvl="0"/>
            <a:r>
              <a:rPr lang="en-US" sz="2000" b="1" dirty="0">
                <a:latin typeface="Times New Roman" panose="02020603050405020304" pitchFamily="18" charset="0"/>
                <a:cs typeface="Times New Roman" panose="02020603050405020304" pitchFamily="18" charset="0"/>
              </a:rPr>
              <a:t>Connect to a Real Payment Sandbox:</a:t>
            </a:r>
            <a:r>
              <a:rPr lang="en-US" sz="2000" dirty="0">
                <a:latin typeface="Times New Roman" panose="02020603050405020304" pitchFamily="18" charset="0"/>
                <a:cs typeface="Times New Roman" panose="02020603050405020304" pitchFamily="18" charset="0"/>
              </a:rPr>
              <a:t> Integrate with Stripe or </a:t>
            </a:r>
            <a:r>
              <a:rPr lang="en-US" sz="2000" dirty="0" err="1">
                <a:latin typeface="Times New Roman" panose="02020603050405020304" pitchFamily="18" charset="0"/>
                <a:cs typeface="Times New Roman" panose="02020603050405020304" pitchFamily="18" charset="0"/>
              </a:rPr>
              <a:t>Razorpay</a:t>
            </a:r>
            <a:r>
              <a:rPr lang="en-US" sz="2000" dirty="0">
                <a:latin typeface="Times New Roman" panose="02020603050405020304" pitchFamily="18" charset="0"/>
                <a:cs typeface="Times New Roman" panose="02020603050405020304" pitchFamily="18" charset="0"/>
              </a:rPr>
              <a:t> test mode for live validation of the payment flow.</a:t>
            </a: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266CE3B7-87C9-4BD9-4F8F-4DB65D8F2F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6946" y="37650"/>
            <a:ext cx="915054" cy="875877"/>
          </a:xfrm>
          <a:prstGeom prst="rect">
            <a:avLst/>
          </a:prstGeom>
        </p:spPr>
      </p:pic>
    </p:spTree>
    <p:extLst>
      <p:ext uri="{BB962C8B-B14F-4D97-AF65-F5344CB8AC3E}">
        <p14:creationId xmlns:p14="http://schemas.microsoft.com/office/powerpoint/2010/main" val="1048544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5BECA-4262-77BA-E39A-0EA65EB3C2B1}"/>
            </a:ext>
          </a:extLst>
        </p:cNvPr>
        <p:cNvGrpSpPr/>
        <p:nvPr/>
      </p:nvGrpSpPr>
      <p:grpSpPr>
        <a:xfrm>
          <a:off x="0" y="0"/>
          <a:ext cx="0" cy="0"/>
          <a:chOff x="0" y="0"/>
          <a:chExt cx="0" cy="0"/>
        </a:xfrm>
      </p:grpSpPr>
      <p:sp>
        <p:nvSpPr>
          <p:cNvPr id="2" name="object 11">
            <a:extLst>
              <a:ext uri="{FF2B5EF4-FFF2-40B4-BE49-F238E27FC236}">
                <a16:creationId xmlns:a16="http://schemas.microsoft.com/office/drawing/2014/main" id="{A0493E45-6C13-2EEC-64B0-7FA5BEF6CB0D}"/>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sp>
        <p:nvSpPr>
          <p:cNvPr id="4" name="Slide Number Placeholder 3">
            <a:extLst>
              <a:ext uri="{FF2B5EF4-FFF2-40B4-BE49-F238E27FC236}">
                <a16:creationId xmlns:a16="http://schemas.microsoft.com/office/drawing/2014/main" id="{1688EA9D-D70F-B6A6-5118-E63E6D57B2DA}"/>
              </a:ext>
            </a:extLst>
          </p:cNvPr>
          <p:cNvSpPr>
            <a:spLocks noGrp="1"/>
          </p:cNvSpPr>
          <p:nvPr>
            <p:ph type="sldNum" sz="quarter" idx="7"/>
          </p:nvPr>
        </p:nvSpPr>
        <p:spPr>
          <a:xfrm>
            <a:off x="9067800" y="6531331"/>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14</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7" name="object 5">
            <a:extLst>
              <a:ext uri="{FF2B5EF4-FFF2-40B4-BE49-F238E27FC236}">
                <a16:creationId xmlns:a16="http://schemas.microsoft.com/office/drawing/2014/main" id="{3878463F-E137-5371-8D79-EDECE76040D3}"/>
              </a:ext>
            </a:extLst>
          </p:cNvPr>
          <p:cNvSpPr/>
          <p:nvPr/>
        </p:nvSpPr>
        <p:spPr>
          <a:xfrm>
            <a:off x="-12771" y="30393"/>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1" name="TextBox 10">
            <a:extLst>
              <a:ext uri="{FF2B5EF4-FFF2-40B4-BE49-F238E27FC236}">
                <a16:creationId xmlns:a16="http://schemas.microsoft.com/office/drawing/2014/main" id="{96810935-AB7D-F252-DB72-DE4077B1C108}"/>
              </a:ext>
            </a:extLst>
          </p:cNvPr>
          <p:cNvSpPr txBox="1"/>
          <p:nvPr/>
        </p:nvSpPr>
        <p:spPr>
          <a:xfrm>
            <a:off x="457200" y="192645"/>
            <a:ext cx="7058710" cy="584775"/>
          </a:xfrm>
          <a:prstGeom prst="rect">
            <a:avLst/>
          </a:prstGeom>
          <a:noFill/>
        </p:spPr>
        <p:txBody>
          <a:bodyPr wrap="square" rtlCol="0">
            <a:spAutoFit/>
          </a:bodyPr>
          <a:lstStyle/>
          <a:p>
            <a:r>
              <a:rPr lang="en-IN" sz="3200" b="1" dirty="0">
                <a:solidFill>
                  <a:schemeClr val="bg1"/>
                </a:solidFill>
                <a:latin typeface="Times New Roman" panose="02020603050405020304" pitchFamily="18" charset="0"/>
                <a:cs typeface="Times New Roman" panose="02020603050405020304" pitchFamily="18" charset="0"/>
              </a:rPr>
              <a:t>Conclusion</a:t>
            </a:r>
          </a:p>
        </p:txBody>
      </p:sp>
      <p:pic>
        <p:nvPicPr>
          <p:cNvPr id="6" name="object 12">
            <a:extLst>
              <a:ext uri="{FF2B5EF4-FFF2-40B4-BE49-F238E27FC236}">
                <a16:creationId xmlns:a16="http://schemas.microsoft.com/office/drawing/2014/main" id="{21BA7A52-5828-4B98-BCFA-A41C32BEE3F8}"/>
              </a:ext>
            </a:extLst>
          </p:cNvPr>
          <p:cNvPicPr/>
          <p:nvPr/>
        </p:nvPicPr>
        <p:blipFill>
          <a:blip r:embed="rId2" cstate="print"/>
          <a:stretch>
            <a:fillRect/>
          </a:stretch>
        </p:blipFill>
        <p:spPr>
          <a:xfrm>
            <a:off x="104090" y="6640995"/>
            <a:ext cx="1716899" cy="219824"/>
          </a:xfrm>
          <a:prstGeom prst="rect">
            <a:avLst/>
          </a:prstGeom>
        </p:spPr>
      </p:pic>
      <p:pic>
        <p:nvPicPr>
          <p:cNvPr id="9" name="Picture 8">
            <a:extLst>
              <a:ext uri="{FF2B5EF4-FFF2-40B4-BE49-F238E27FC236}">
                <a16:creationId xmlns:a16="http://schemas.microsoft.com/office/drawing/2014/main" id="{927780CD-127B-CC4A-B7DF-11C5C643DE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6946" y="37650"/>
            <a:ext cx="915054" cy="875877"/>
          </a:xfrm>
          <a:prstGeom prst="rect">
            <a:avLst/>
          </a:prstGeom>
        </p:spPr>
      </p:pic>
      <p:sp>
        <p:nvSpPr>
          <p:cNvPr id="8" name="TextBox 7">
            <a:extLst>
              <a:ext uri="{FF2B5EF4-FFF2-40B4-BE49-F238E27FC236}">
                <a16:creationId xmlns:a16="http://schemas.microsoft.com/office/drawing/2014/main" id="{F4A2E657-BCBF-9838-253E-1218CF0B43DA}"/>
              </a:ext>
            </a:extLst>
          </p:cNvPr>
          <p:cNvSpPr txBox="1"/>
          <p:nvPr/>
        </p:nvSpPr>
        <p:spPr>
          <a:xfrm>
            <a:off x="88141" y="878118"/>
            <a:ext cx="11859310" cy="3447098"/>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This project set out to protect customer payment information and transaction details from cyberattacks during online shopping. Here, every transaction is digitally signed, hybrid-encrypted, and sealed with integrity checks, so that confidentiality, integrity, authenticity, non-repudiation, and replay protection all hold at the same time. Rather than simply claiming security, the project proves it: six realistic attacks, including tampering, forged signatures, replay, and UPI QR-swapping, were launched against the live system, and every one was blocked by a specific, named cryptographic control recorded in the audit trail. The implementation mirrors real production practices while honestly stating its limits, with future enhancements like AES-GCM, TLS, and hardware-protected keys already identified. Above all, the project demonstrates that strong security comes from layered, well-understood cryptography, where no single failure can ever compromise the payment.</a:t>
            </a:r>
          </a:p>
          <a:p>
            <a:pPr algn="just"/>
            <a:endParaRPr lang="en-IN" dirty="0">
              <a:latin typeface="Times New Roman" panose="02020603050405020304" pitchFamily="18" charset="0"/>
              <a:cs typeface="Times New Roman" panose="02020603050405020304" pitchFamily="18" charset="0"/>
            </a:endParaRPr>
          </a:p>
          <a:p>
            <a:pPr algn="just"/>
            <a:endParaRPr lang="en-IN" sz="20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5527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F335C-1564-589B-27E2-70A34F33AF06}"/>
            </a:ext>
          </a:extLst>
        </p:cNvPr>
        <p:cNvGrpSpPr/>
        <p:nvPr/>
      </p:nvGrpSpPr>
      <p:grpSpPr>
        <a:xfrm>
          <a:off x="0" y="0"/>
          <a:ext cx="0" cy="0"/>
          <a:chOff x="0" y="0"/>
          <a:chExt cx="0" cy="0"/>
        </a:xfrm>
      </p:grpSpPr>
      <p:sp>
        <p:nvSpPr>
          <p:cNvPr id="2" name="object 11">
            <a:extLst>
              <a:ext uri="{FF2B5EF4-FFF2-40B4-BE49-F238E27FC236}">
                <a16:creationId xmlns:a16="http://schemas.microsoft.com/office/drawing/2014/main" id="{774FFA80-DD56-E463-1D63-403A9E070AEA}"/>
              </a:ext>
            </a:extLst>
          </p:cNvPr>
          <p:cNvSpPr/>
          <p:nvPr/>
        </p:nvSpPr>
        <p:spPr>
          <a:xfrm>
            <a:off x="0" y="6534150"/>
            <a:ext cx="12192000" cy="323850"/>
          </a:xfrm>
          <a:custGeom>
            <a:avLst/>
            <a:gdLst/>
            <a:ahLst/>
            <a:cxnLst/>
            <a:rect l="l" t="t" r="r" b="b"/>
            <a:pathLst>
              <a:path w="12192000" h="323850">
                <a:moveTo>
                  <a:pt x="12192000" y="0"/>
                </a:moveTo>
                <a:lnTo>
                  <a:pt x="0" y="0"/>
                </a:lnTo>
                <a:lnTo>
                  <a:pt x="0" y="323849"/>
                </a:lnTo>
                <a:lnTo>
                  <a:pt x="12192000" y="323849"/>
                </a:lnTo>
                <a:lnTo>
                  <a:pt x="12192000" y="0"/>
                </a:lnTo>
                <a:close/>
              </a:path>
            </a:pathLst>
          </a:custGeom>
          <a:solidFill>
            <a:srgbClr val="001F5F"/>
          </a:solidFill>
        </p:spPr>
        <p:txBody>
          <a:bodyPr wrap="square" lIns="0" tIns="0" rIns="0" bIns="0" rtlCol="0"/>
          <a:lstStyle/>
          <a:p>
            <a:endParaRPr/>
          </a:p>
        </p:txBody>
      </p:sp>
      <p:sp>
        <p:nvSpPr>
          <p:cNvPr id="4" name="Slide Number Placeholder 3">
            <a:extLst>
              <a:ext uri="{FF2B5EF4-FFF2-40B4-BE49-F238E27FC236}">
                <a16:creationId xmlns:a16="http://schemas.microsoft.com/office/drawing/2014/main" id="{B0CFA82C-B88D-B37F-C9D4-8F2D8AD3EB20}"/>
              </a:ext>
            </a:extLst>
          </p:cNvPr>
          <p:cNvSpPr>
            <a:spLocks noGrp="1"/>
          </p:cNvSpPr>
          <p:nvPr>
            <p:ph type="sldNum" sz="quarter" idx="7"/>
          </p:nvPr>
        </p:nvSpPr>
        <p:spPr>
          <a:xfrm>
            <a:off x="9067800" y="6531331"/>
            <a:ext cx="2804160" cy="276999"/>
          </a:xfrm>
        </p:spPr>
        <p:txBody>
          <a:bodyPr/>
          <a:lstStyle/>
          <a:p>
            <a:fld id="{B6F15528-21DE-4FAA-801E-634DDDAF4B2B}" type="slidenum">
              <a:rPr lang="en-IN" b="1" smtClean="0">
                <a:solidFill>
                  <a:schemeClr val="bg1"/>
                </a:solidFill>
                <a:latin typeface="Times New Roman" panose="02020603050405020304" pitchFamily="18" charset="0"/>
                <a:cs typeface="Times New Roman" panose="02020603050405020304" pitchFamily="18" charset="0"/>
              </a:rPr>
              <a:t>15</a:t>
            </a:fld>
            <a:endParaRPr lang="en-IN" b="1" dirty="0">
              <a:solidFill>
                <a:schemeClr val="bg1"/>
              </a:solidFill>
              <a:latin typeface="Times New Roman" panose="02020603050405020304" pitchFamily="18" charset="0"/>
              <a:cs typeface="Times New Roman" panose="02020603050405020304" pitchFamily="18" charset="0"/>
            </a:endParaRPr>
          </a:p>
        </p:txBody>
      </p:sp>
      <p:sp>
        <p:nvSpPr>
          <p:cNvPr id="7" name="object 5">
            <a:extLst>
              <a:ext uri="{FF2B5EF4-FFF2-40B4-BE49-F238E27FC236}">
                <a16:creationId xmlns:a16="http://schemas.microsoft.com/office/drawing/2014/main" id="{C2B17893-849E-FA55-4974-1FBDDF83EFB5}"/>
              </a:ext>
            </a:extLst>
          </p:cNvPr>
          <p:cNvSpPr/>
          <p:nvPr/>
        </p:nvSpPr>
        <p:spPr>
          <a:xfrm>
            <a:off x="-12771" y="30393"/>
            <a:ext cx="9877425" cy="847725"/>
          </a:xfrm>
          <a:custGeom>
            <a:avLst/>
            <a:gdLst/>
            <a:ahLst/>
            <a:cxnLst/>
            <a:rect l="l" t="t" r="r" b="b"/>
            <a:pathLst>
              <a:path w="9877425" h="847725">
                <a:moveTo>
                  <a:pt x="9877425" y="0"/>
                </a:moveTo>
                <a:lnTo>
                  <a:pt x="0" y="0"/>
                </a:lnTo>
                <a:lnTo>
                  <a:pt x="0" y="847725"/>
                </a:lnTo>
                <a:lnTo>
                  <a:pt x="9877425" y="847725"/>
                </a:lnTo>
                <a:lnTo>
                  <a:pt x="9877425" y="0"/>
                </a:lnTo>
                <a:close/>
              </a:path>
            </a:pathLst>
          </a:custGeom>
          <a:solidFill>
            <a:srgbClr val="001F5F"/>
          </a:solidFill>
        </p:spPr>
        <p:txBody>
          <a:bodyPr wrap="square" lIns="0" tIns="0" rIns="0" bIns="0" rtlCol="0"/>
          <a:lstStyle/>
          <a:p>
            <a:endParaRPr/>
          </a:p>
        </p:txBody>
      </p:sp>
      <p:sp>
        <p:nvSpPr>
          <p:cNvPr id="11" name="TextBox 10">
            <a:extLst>
              <a:ext uri="{FF2B5EF4-FFF2-40B4-BE49-F238E27FC236}">
                <a16:creationId xmlns:a16="http://schemas.microsoft.com/office/drawing/2014/main" id="{EDD0C24C-0432-C1F7-240C-951827A62B20}"/>
              </a:ext>
            </a:extLst>
          </p:cNvPr>
          <p:cNvSpPr txBox="1"/>
          <p:nvPr/>
        </p:nvSpPr>
        <p:spPr>
          <a:xfrm>
            <a:off x="457200" y="192645"/>
            <a:ext cx="7058710" cy="584775"/>
          </a:xfrm>
          <a:prstGeom prst="rect">
            <a:avLst/>
          </a:prstGeom>
          <a:noFill/>
        </p:spPr>
        <p:txBody>
          <a:bodyPr wrap="square" rtlCol="0">
            <a:spAutoFit/>
          </a:bodyPr>
          <a:lstStyle/>
          <a:p>
            <a:r>
              <a:rPr lang="en-IN" sz="3200" b="1" dirty="0">
                <a:solidFill>
                  <a:schemeClr val="bg1"/>
                </a:solidFill>
                <a:latin typeface="Times New Roman" panose="02020603050405020304" pitchFamily="18" charset="0"/>
                <a:cs typeface="Times New Roman" panose="02020603050405020304" pitchFamily="18" charset="0"/>
              </a:rPr>
              <a:t> References</a:t>
            </a:r>
          </a:p>
        </p:txBody>
      </p:sp>
      <p:pic>
        <p:nvPicPr>
          <p:cNvPr id="6" name="object 12">
            <a:extLst>
              <a:ext uri="{FF2B5EF4-FFF2-40B4-BE49-F238E27FC236}">
                <a16:creationId xmlns:a16="http://schemas.microsoft.com/office/drawing/2014/main" id="{64DCF421-11E3-D21A-DCA3-E6E094466E57}"/>
              </a:ext>
            </a:extLst>
          </p:cNvPr>
          <p:cNvPicPr/>
          <p:nvPr/>
        </p:nvPicPr>
        <p:blipFill>
          <a:blip r:embed="rId2" cstate="print"/>
          <a:stretch>
            <a:fillRect/>
          </a:stretch>
        </p:blipFill>
        <p:spPr>
          <a:xfrm>
            <a:off x="104090" y="6640995"/>
            <a:ext cx="1716899" cy="219824"/>
          </a:xfrm>
          <a:prstGeom prst="rect">
            <a:avLst/>
          </a:prstGeom>
        </p:spPr>
      </p:pic>
      <p:pic>
        <p:nvPicPr>
          <p:cNvPr id="9" name="Picture 8">
            <a:extLst>
              <a:ext uri="{FF2B5EF4-FFF2-40B4-BE49-F238E27FC236}">
                <a16:creationId xmlns:a16="http://schemas.microsoft.com/office/drawing/2014/main" id="{AD778475-9912-BCBD-FCFA-343BEB4519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276946" y="37650"/>
            <a:ext cx="915054" cy="875877"/>
          </a:xfrm>
          <a:prstGeom prst="rect">
            <a:avLst/>
          </a:prstGeom>
        </p:spPr>
      </p:pic>
      <p:sp>
        <p:nvSpPr>
          <p:cNvPr id="8" name="TextBox 7">
            <a:extLst>
              <a:ext uri="{FF2B5EF4-FFF2-40B4-BE49-F238E27FC236}">
                <a16:creationId xmlns:a16="http://schemas.microsoft.com/office/drawing/2014/main" id="{B645335A-6FB6-6F7F-5ED5-B35A7267CE4E}"/>
              </a:ext>
            </a:extLst>
          </p:cNvPr>
          <p:cNvSpPr txBox="1"/>
          <p:nvPr/>
        </p:nvSpPr>
        <p:spPr>
          <a:xfrm>
            <a:off x="88141" y="878118"/>
            <a:ext cx="11859310" cy="3847207"/>
          </a:xfrm>
          <a:prstGeom prst="rect">
            <a:avLst/>
          </a:prstGeom>
          <a:noFill/>
        </p:spPr>
        <p:txBody>
          <a:bodyPr wrap="square">
            <a:spAutoFit/>
          </a:bodyPr>
          <a:lstStyle/>
          <a:p>
            <a:pPr algn="just"/>
            <a:endParaRPr lang="en-IN" sz="2400" b="1" u="sng" dirty="0">
              <a:latin typeface="Times New Roman" panose="02020603050405020304" pitchFamily="18" charset="0"/>
              <a:cs typeface="Times New Roman" panose="02020603050405020304" pitchFamily="18" charset="0"/>
            </a:endParaRPr>
          </a:p>
          <a:p>
            <a:pPr marL="342900" lvl="0" indent="-342900">
              <a:buFont typeface="+mj-lt"/>
              <a:buAutoNum type="arabicPeriod"/>
            </a:pPr>
            <a:r>
              <a:rPr lang="en-US" sz="2000" dirty="0">
                <a:latin typeface="Times New Roman" panose="02020603050405020304" pitchFamily="18" charset="0"/>
                <a:cs typeface="Times New Roman" panose="02020603050405020304" pitchFamily="18" charset="0"/>
              </a:rPr>
              <a:t>William Stallings, Cryptography and Network Security — Principles and Practice, 8th Edition, Pearson.</a:t>
            </a:r>
          </a:p>
          <a:p>
            <a:pPr marL="342900" lvl="0" indent="-342900">
              <a:buFont typeface="+mj-lt"/>
              <a:buAutoNum type="arabicPeriod"/>
            </a:pPr>
            <a:r>
              <a:rPr lang="en-US" sz="2000" dirty="0">
                <a:latin typeface="Times New Roman" panose="02020603050405020304" pitchFamily="18" charset="0"/>
                <a:cs typeface="Times New Roman" panose="02020603050405020304" pitchFamily="18" charset="0"/>
              </a:rPr>
              <a:t>NIST, FIPS 197 </a:t>
            </a: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Advanced Encryption Standard (AES), 2001.</a:t>
            </a:r>
          </a:p>
          <a:p>
            <a:pPr marL="342900" lvl="0" indent="-342900">
              <a:buFont typeface="+mj-lt"/>
              <a:buAutoNum type="arabicPeriod"/>
            </a:pPr>
            <a:r>
              <a:rPr lang="en-US" sz="2000" dirty="0">
                <a:latin typeface="Times New Roman" panose="02020603050405020304" pitchFamily="18" charset="0"/>
                <a:cs typeface="Times New Roman" panose="02020603050405020304" pitchFamily="18" charset="0"/>
              </a:rPr>
              <a:t>NIST, FIPS 186-4 — Digital Signature Standard (DSS), 2013.</a:t>
            </a:r>
          </a:p>
          <a:p>
            <a:pPr marL="342900" lvl="0" indent="-342900">
              <a:buFont typeface="+mj-lt"/>
              <a:buAutoNum type="arabicPeriod"/>
            </a:pPr>
            <a:r>
              <a:rPr lang="en-US" sz="2000" dirty="0">
                <a:latin typeface="Times New Roman" panose="02020603050405020304" pitchFamily="18" charset="0"/>
                <a:cs typeface="Times New Roman" panose="02020603050405020304" pitchFamily="18" charset="0"/>
              </a:rPr>
              <a:t>IETF, RFC 8017 — PKCS #1: RSA Cryptography Specifications Version 2.2, 2016.</a:t>
            </a:r>
          </a:p>
          <a:p>
            <a:pPr marL="342900" lvl="0" indent="-342900">
              <a:buFont typeface="+mj-lt"/>
              <a:buAutoNum type="arabicPeriod"/>
            </a:pPr>
            <a:r>
              <a:rPr lang="en-US" sz="2000" dirty="0">
                <a:latin typeface="Times New Roman" panose="02020603050405020304" pitchFamily="18" charset="0"/>
                <a:cs typeface="Times New Roman" panose="02020603050405020304" pitchFamily="18" charset="0"/>
              </a:rPr>
              <a:t>PCI Security Standards Council, PCI-DSS v4.0 </a:t>
            </a:r>
            <a:r>
              <a:rPr lang="en-US" sz="2000"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Payment Card Industry Data Security Standard, 2022.</a:t>
            </a:r>
          </a:p>
          <a:p>
            <a:pPr marL="342900" lvl="0" indent="-342900">
              <a:buFont typeface="+mj-lt"/>
              <a:buAutoNum type="arabicPeriod"/>
            </a:pPr>
            <a:r>
              <a:rPr lang="en-US" sz="2000" dirty="0">
                <a:latin typeface="Times New Roman" panose="02020603050405020304" pitchFamily="18" charset="0"/>
                <a:cs typeface="Times New Roman" panose="02020603050405020304" pitchFamily="18" charset="0"/>
              </a:rPr>
              <a:t>IETF, RFC 8446 — The Transport Layer Security (TLS) Protocol Version 1.3, 2018.</a:t>
            </a:r>
          </a:p>
          <a:p>
            <a:pPr marL="342900" lvl="0" indent="-342900">
              <a:buFont typeface="+mj-lt"/>
              <a:buAutoNum type="arabicPeriod"/>
            </a:pPr>
            <a:r>
              <a:rPr lang="en-US" sz="2000" dirty="0">
                <a:latin typeface="Times New Roman" panose="02020603050405020304" pitchFamily="18" charset="0"/>
                <a:cs typeface="Times New Roman" panose="02020603050405020304" pitchFamily="18" charset="0"/>
              </a:rPr>
              <a:t>NIST, SP 800-38D — Recommendation for Block Cipher Modes of Operation: Galois/Counter Mode (GCM) and GMAC, 2007.</a:t>
            </a:r>
          </a:p>
          <a:p>
            <a:pPr marL="342900" lvl="0" indent="-342900">
              <a:buFont typeface="+mj-lt"/>
              <a:buAutoNum type="arabicPeriod"/>
            </a:pPr>
            <a:r>
              <a:rPr lang="en-US" sz="2000" dirty="0">
                <a:latin typeface="Times New Roman" panose="02020603050405020304" pitchFamily="18" charset="0"/>
                <a:cs typeface="Times New Roman" panose="02020603050405020304" pitchFamily="18" charset="0"/>
              </a:rPr>
              <a:t>IETF, RFC 2104 — HMAC: Keyed-Hashing for Message Authentication, 1997.</a:t>
            </a:r>
          </a:p>
          <a:p>
            <a:pPr marL="342900" lvl="0" indent="-342900">
              <a:buFont typeface="+mj-lt"/>
              <a:buAutoNum type="arabicPeriod"/>
            </a:pPr>
            <a:r>
              <a:rPr lang="en-US" sz="2000" dirty="0">
                <a:latin typeface="Times New Roman" panose="02020603050405020304" pitchFamily="18" charset="0"/>
                <a:cs typeface="Times New Roman" panose="02020603050405020304" pitchFamily="18" charset="0"/>
              </a:rPr>
              <a:t>IETF, RFC 2898 — PKCS #5: Password-Based Cryptography Specification Version 2.0, 2000.</a:t>
            </a:r>
          </a:p>
          <a:p>
            <a:pPr marL="342900" lvl="0" indent="-342900">
              <a:buFont typeface="+mj-lt"/>
              <a:buAutoNum type="arabicPeriod"/>
            </a:pPr>
            <a:r>
              <a:rPr lang="en-US" sz="2000" dirty="0">
                <a:latin typeface="Times New Roman" panose="02020603050405020304" pitchFamily="18" charset="0"/>
                <a:cs typeface="Times New Roman" panose="02020603050405020304" pitchFamily="18" charset="0"/>
              </a:rPr>
              <a:t>Reserve Bank of India, Master Directions on Digital Payment Security Controls, 2021.</a:t>
            </a:r>
          </a:p>
        </p:txBody>
      </p:sp>
    </p:spTree>
    <p:extLst>
      <p:ext uri="{BB962C8B-B14F-4D97-AF65-F5344CB8AC3E}">
        <p14:creationId xmlns:p14="http://schemas.microsoft.com/office/powerpoint/2010/main" val="1512635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362200"/>
            <a:ext cx="10061575" cy="1769715"/>
          </a:xfrm>
        </p:spPr>
        <p:txBody>
          <a:bodyPr/>
          <a:lstStyle/>
          <a:p>
            <a:pPr algn="ctr"/>
            <a:r>
              <a:rPr lang="en-IN" sz="11500" dirty="0"/>
              <a:t>Thank You</a:t>
            </a:r>
          </a:p>
        </p:txBody>
      </p:sp>
      <p:sp>
        <p:nvSpPr>
          <p:cNvPr id="3" name="Slide Number Placeholder 2"/>
          <p:cNvSpPr>
            <a:spLocks noGrp="1"/>
          </p:cNvSpPr>
          <p:nvPr>
            <p:ph type="sldNum" sz="quarter" idx="7"/>
          </p:nvPr>
        </p:nvSpPr>
        <p:spPr>
          <a:xfrm flipV="1">
            <a:off x="13868400" y="5638800"/>
            <a:ext cx="76200" cy="45719"/>
          </a:xfrm>
        </p:spPr>
        <p:txBody>
          <a:bodyPr/>
          <a:lstStyle/>
          <a:p>
            <a:endParaRPr lang="en-IN" dirty="0"/>
          </a:p>
        </p:txBody>
      </p:sp>
    </p:spTree>
    <p:extLst>
      <p:ext uri="{BB962C8B-B14F-4D97-AF65-F5344CB8AC3E}">
        <p14:creationId xmlns:p14="http://schemas.microsoft.com/office/powerpoint/2010/main" val="8126902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2546</TotalTime>
  <Words>1851</Words>
  <Application>Microsoft Office PowerPoint</Application>
  <PresentationFormat>Widescreen</PresentationFormat>
  <Paragraphs>159</Paragraphs>
  <Slides>16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Arial MT</vt:lpstr>
      <vt:lpstr>Calibri</vt:lpstr>
      <vt:lpstr>Times New Roman</vt:lpstr>
      <vt:lpstr>Trebuchet MS</vt:lpstr>
      <vt:lpstr>Wingdings</vt:lpstr>
      <vt:lpstr>Office Theme</vt:lpstr>
      <vt:lpstr>SAI VIDYA INSTITUTE OF TECHNOLOGY RAJANUKUNTE, BENGALURU - 560119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SAI VIDYA INSTITUTE OF TECHNOLOGY RAJANUKUNTE, BENGALURU - 560064</dc:title>
  <dc:creator>Avinash</dc:creator>
  <cp:lastModifiedBy>Madhukesh S</cp:lastModifiedBy>
  <cp:revision>139</cp:revision>
  <dcterms:created xsi:type="dcterms:W3CDTF">2024-04-22T12:07:28Z</dcterms:created>
  <dcterms:modified xsi:type="dcterms:W3CDTF">2026-09-28T07:54:01Z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2024-04-12T00:00:00Z</vt:filetime>
  </property>
  <property fmtid="{D5CDD505-2E9C-101B-9397-08002B2CF9AE}" pid="3" name="LastSaved">
    <vt:filetime>2024-04-22T00:00:00Z</vt:filetime>
  </property>
</Properties>
</file>